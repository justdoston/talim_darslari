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Active Directory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Doston Abdullayev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Active Directory nima?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Active Directory — bu Microsoft tomonidan yaratilgan directory service bo‘lib, u:</a:t>
            </a:r>
            <a:endParaRPr lang="en-US" altLang="en-US"/>
          </a:p>
          <a:p>
            <a:r>
              <a:rPr lang="en-US" altLang="en-US"/>
              <a:t>tarmoqdagi foydalanuvchilarni</a:t>
            </a:r>
            <a:endParaRPr lang="en-US" altLang="en-US"/>
          </a:p>
          <a:p>
            <a:r>
              <a:rPr lang="en-US" altLang="en-US"/>
              <a:t>kompyuterlarni</a:t>
            </a:r>
            <a:endParaRPr lang="en-US" altLang="en-US"/>
          </a:p>
          <a:p>
            <a:r>
              <a:rPr lang="en-US" altLang="en-US"/>
              <a:t>printerlarni</a:t>
            </a:r>
            <a:endParaRPr lang="en-US" altLang="en-US"/>
          </a:p>
          <a:p>
            <a:r>
              <a:rPr lang="en-US" altLang="en-US"/>
              <a:t>serverlarni va boshqa resurslarni markazlashgan holda boshqarish imkonini beradi.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Oddiy qilib aytganda: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Active Directory — bu kompaniya yoki tashkilotdagi barcha IT resurslar uchun markaziy boshqaruv tizimi.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Nima uchun Active Directory kerak?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Misol uchun:</a:t>
            </a:r>
            <a:endParaRPr lang="en-US" altLang="en-US"/>
          </a:p>
          <a:p>
            <a:r>
              <a:rPr lang="en-US" altLang="en-US"/>
              <a:t>5 ta kompyuter bo‘lsa — qo‘lda boshqarish mumkin</a:t>
            </a:r>
            <a:endParaRPr lang="en-US" altLang="en-US"/>
          </a:p>
          <a:p>
            <a:r>
              <a:rPr lang="en-US" altLang="en-US"/>
              <a:t>50 ta bo‘lsa — qiyinlashadi</a:t>
            </a:r>
            <a:endParaRPr lang="en-US" altLang="en-US"/>
          </a:p>
          <a:p>
            <a:r>
              <a:rPr lang="en-US" altLang="en-US"/>
              <a:t>500+ bo‘lsa — Active Directory bo‘lmasa deyarli imkonsiz</a:t>
            </a:r>
            <a:endParaRPr lang="en-US" altLang="en-US"/>
          </a:p>
          <a:p>
            <a:r>
              <a:rPr lang="en-US" altLang="en-US"/>
              <a:t>Active Directory quyidagilarni hal qiladi:</a:t>
            </a:r>
            <a:endParaRPr lang="en-US" altLang="en-US"/>
          </a:p>
          <a:p>
            <a:r>
              <a:rPr lang="en-US" altLang="en-US"/>
              <a:t>User va Computer accountlarni markaziy boshqarish</a:t>
            </a:r>
            <a:endParaRPr lang="en-US" altLang="en-US"/>
          </a:p>
          <a:p>
            <a:r>
              <a:rPr lang="en-US" altLang="en-US"/>
              <a:t>Login va authentication jarayonini nazorat qilish</a:t>
            </a:r>
            <a:endParaRPr lang="en-US" altLang="en-US"/>
          </a:p>
          <a:p>
            <a:r>
              <a:rPr lang="en-US" altLang="en-US"/>
              <a:t>Security policy larni bir xil qo‘llash</a:t>
            </a:r>
            <a:endParaRPr lang="en-US" altLang="en-US"/>
          </a:p>
          <a:p>
            <a:r>
              <a:rPr lang="en-US" altLang="en-US"/>
              <a:t>Access control (kim nimaga kira oladi)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Active Directory tarixi va rivojlanishi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Active Directory ilk bor Windows 2000 Server bilan chiqarilgan</a:t>
            </a:r>
            <a:endParaRPr lang="en-US" altLang="en-US"/>
          </a:p>
          <a:p>
            <a:r>
              <a:rPr lang="en-US" altLang="en-US"/>
              <a:t>Oldin Windows NT Domain bo‘lgan</a:t>
            </a:r>
            <a:endParaRPr lang="en-US" altLang="en-US"/>
          </a:p>
          <a:p>
            <a:r>
              <a:rPr lang="en-US" altLang="en-US"/>
              <a:t>AD esa:</a:t>
            </a:r>
            <a:endParaRPr lang="en-US" altLang="en-US"/>
          </a:p>
          <a:p>
            <a:r>
              <a:rPr lang="en-US" altLang="en-US"/>
              <a:t>o’lchamini o’zgartirsa bo’ladi</a:t>
            </a:r>
            <a:endParaRPr lang="en-US" altLang="en-US"/>
          </a:p>
          <a:p>
            <a:r>
              <a:rPr lang="en-US" altLang="en-US"/>
              <a:t>hierarchical - ierxiya</a:t>
            </a:r>
            <a:endParaRPr lang="en-US" altLang="en-US"/>
          </a:p>
          <a:p>
            <a:r>
              <a:rPr lang="en-US" altLang="en-US"/>
              <a:t>security(xavfsizlik) jihatdan kuchliroq</a:t>
            </a:r>
            <a:endParaRPr lang="en-US" altLang="en-US"/>
          </a:p>
          <a:p>
            <a:r>
              <a:rPr lang="en-US" altLang="en-US"/>
              <a:t>Hozirgi kunda:</a:t>
            </a:r>
            <a:endParaRPr lang="en-US" altLang="en-US"/>
          </a:p>
          <a:p>
            <a:r>
              <a:rPr lang="en-US" altLang="en-US"/>
              <a:t>Windows Server 2012 / 2016 / 2019 / 2022</a:t>
            </a:r>
            <a:endParaRPr lang="en-US" altLang="en-US"/>
          </a:p>
          <a:p>
            <a:r>
              <a:rPr lang="en-US" altLang="en-US"/>
              <a:t>Azure Active Directory (Entra ID)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Active Directory asosiy tushunchalari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165" y="1248410"/>
            <a:ext cx="10795635" cy="560959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Domain — bu logical boundary (mantiqiy chegaralar):</a:t>
            </a:r>
            <a:endParaRPr lang="en-US" altLang="en-US"/>
          </a:p>
          <a:p>
            <a:r>
              <a:rPr lang="en-US" altLang="en-US"/>
              <a:t>User</a:t>
            </a:r>
            <a:endParaRPr lang="en-US" altLang="en-US"/>
          </a:p>
          <a:p>
            <a:r>
              <a:rPr lang="en-US" altLang="en-US"/>
              <a:t>Computer</a:t>
            </a:r>
            <a:endParaRPr lang="en-US" altLang="en-US"/>
          </a:p>
          <a:p>
            <a:r>
              <a:rPr lang="en-US" altLang="en-US"/>
              <a:t>Group</a:t>
            </a:r>
            <a:endParaRPr lang="en-US" altLang="en-US"/>
          </a:p>
          <a:p>
            <a:r>
              <a:rPr lang="en-US" altLang="en-US"/>
              <a:t>Policy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bularni hammasi bitta domain ichida bo‘ladi.</a:t>
            </a:r>
            <a:br>
              <a:rPr lang="en-US" altLang="en-US"/>
            </a:br>
            <a:r>
              <a:rPr lang="en-US" altLang="en-US"/>
              <a:t>Misol uchun”</a:t>
            </a:r>
            <a:br>
              <a:rPr lang="en-US" altLang="en-US"/>
            </a:br>
            <a:r>
              <a:rPr lang="en-US" altLang="en-US"/>
              <a:t>company.local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corp.uz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school.edu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Domain foydalanuvchiga: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har qayerdan login qilish va resurslarga ruxsat bilan kirish imkonini beradi.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Domain Controller (DC)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Domain Controller — bu:</a:t>
            </a:r>
            <a:endParaRPr lang="en-US" altLang="en-US"/>
          </a:p>
          <a:p>
            <a:r>
              <a:rPr lang="en-US" altLang="en-US"/>
              <a:t>Active Directory o‘rnatilgan server</a:t>
            </a:r>
            <a:endParaRPr lang="en-US" altLang="en-US"/>
          </a:p>
          <a:p>
            <a:r>
              <a:rPr lang="en-US" altLang="en-US"/>
              <a:t>barcha authentication va authorization(tasdiqlash) shu server orqali bo‘ladi</a:t>
            </a:r>
            <a:endParaRPr lang="en-US" altLang="en-US"/>
          </a:p>
          <a:p>
            <a:r>
              <a:rPr lang="en-US" altLang="en-US"/>
              <a:t>DC vazifalari:</a:t>
            </a:r>
            <a:endParaRPr lang="en-US" altLang="en-US"/>
          </a:p>
          <a:p>
            <a:r>
              <a:rPr lang="en-US" altLang="en-US"/>
              <a:t>Foydalanuvchini login tekshirish</a:t>
            </a:r>
            <a:endParaRPr lang="en-US" altLang="en-US"/>
          </a:p>
          <a:p>
            <a:r>
              <a:rPr lang="en-US" altLang="en-US"/>
              <a:t>Password verification (asoslash, tasdiqlash)</a:t>
            </a:r>
            <a:endParaRPr lang="en-US" altLang="en-US"/>
          </a:p>
          <a:p>
            <a:r>
              <a:rPr lang="en-US" altLang="en-US"/>
              <a:t>GPO qo‘llash</a:t>
            </a:r>
            <a:endParaRPr lang="en-US" altLang="en-US"/>
          </a:p>
          <a:p>
            <a:r>
              <a:rPr lang="en-US" altLang="en-US"/>
              <a:t>LDAP so‘rovlariga javob berish</a:t>
            </a:r>
            <a:endParaRPr lang="en-US" altLang="en-US"/>
          </a:p>
          <a:p>
            <a:r>
              <a:rPr lang="en-US" altLang="en-US"/>
              <a:t>Eslatma:</a:t>
            </a:r>
            <a:endParaRPr lang="en-US" altLang="en-US"/>
          </a:p>
          <a:p>
            <a:r>
              <a:rPr lang="en-US" altLang="en-US"/>
              <a:t>Bitta domain ichida bir nechta DC bo‘lishi mumkin.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Forest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Forest — bu eng katta logical boundary (mantiqiy chegara).</a:t>
            </a:r>
            <a:endParaRPr lang="en-US" altLang="en-US"/>
          </a:p>
          <a:p>
            <a:r>
              <a:rPr lang="en-US" altLang="en-US"/>
              <a:t>Forest ichida:</a:t>
            </a:r>
            <a:endParaRPr lang="en-US" altLang="en-US"/>
          </a:p>
          <a:p>
            <a:r>
              <a:rPr lang="en-US" altLang="en-US"/>
              <a:t>bir yoki bir nechta domain bo‘ladi</a:t>
            </a:r>
            <a:endParaRPr lang="en-US" altLang="en-US"/>
          </a:p>
          <a:p>
            <a:r>
              <a:rPr lang="en-US" altLang="en-US"/>
              <a:t>Umumiy schema va configuration bo‘ladi</a:t>
            </a:r>
            <a:endParaRPr lang="en-US" altLang="en-US"/>
          </a:p>
          <a:p>
            <a:r>
              <a:rPr lang="en-US" altLang="en-US"/>
              <a:t>Misol:</a:t>
            </a:r>
            <a:endParaRPr lang="en-US" altLang="en-US"/>
          </a:p>
          <a:p>
            <a:r>
              <a:rPr lang="en-US" altLang="en-US"/>
              <a:t>Forest: company.local</a:t>
            </a:r>
            <a:endParaRPr lang="en-US" altLang="en-US"/>
          </a:p>
          <a:p>
            <a:r>
              <a:rPr lang="en-US" altLang="en-US"/>
              <a:t>domain1.company.local</a:t>
            </a:r>
            <a:endParaRPr lang="en-US" altLang="en-US"/>
          </a:p>
          <a:p>
            <a:r>
              <a:rPr lang="en-US" altLang="en-US"/>
              <a:t>domain2.company.local</a:t>
            </a:r>
            <a:endParaRPr lang="en-US" altLang="en-US"/>
          </a:p>
          <a:p>
            <a:r>
              <a:rPr lang="en-US" altLang="en-US"/>
              <a:t>Forest = ishonch chegarasi (trust boundary)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Tree — bu:</a:t>
            </a:r>
            <a:endParaRPr lang="en-US" altLang="en-US"/>
          </a:p>
          <a:p>
            <a:r>
              <a:rPr lang="en-US" altLang="en-US"/>
              <a:t>bir xil namespace (nomga) ga ega bo‘lgan domainlar guruhi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Misol:</a:t>
            </a:r>
            <a:endParaRPr lang="en-US" altLang="en-US"/>
          </a:p>
          <a:p>
            <a:r>
              <a:rPr lang="en-US" altLang="en-US"/>
              <a:t>corp.uz</a:t>
            </a:r>
            <a:endParaRPr lang="en-US" altLang="en-US"/>
          </a:p>
          <a:p>
            <a:r>
              <a:rPr lang="en-US" altLang="en-US"/>
              <a:t>hr.corp.uz</a:t>
            </a:r>
            <a:endParaRPr lang="en-US" altLang="en-US"/>
          </a:p>
          <a:p>
            <a:r>
              <a:rPr lang="en-US" altLang="en-US"/>
              <a:t>it.corp.uz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144905" y="0"/>
            <a:ext cx="10034905" cy="6924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78585" y="0"/>
            <a:ext cx="8760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Active Directory Components (qismlari)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/>
              <a:t>Objects - Obyektlar</a:t>
            </a:r>
            <a:br>
              <a:rPr lang="en-US"/>
            </a:br>
            <a:r>
              <a:rPr lang="en-US" altLang="en-US"/>
              <a:t>Active Directory ichidagi har bir element — object hisoblanadi.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Asosiy objectlar:</a:t>
            </a:r>
            <a:endParaRPr lang="en-US" altLang="en-US"/>
          </a:p>
          <a:p>
            <a:r>
              <a:rPr lang="en-US" altLang="en-US"/>
              <a:t>User</a:t>
            </a:r>
            <a:endParaRPr lang="en-US" altLang="en-US"/>
          </a:p>
          <a:p>
            <a:r>
              <a:rPr lang="en-US" altLang="en-US"/>
              <a:t>Computer</a:t>
            </a:r>
            <a:endParaRPr lang="en-US" altLang="en-US"/>
          </a:p>
          <a:p>
            <a:r>
              <a:rPr lang="en-US" altLang="en-US"/>
              <a:t>Group</a:t>
            </a:r>
            <a:endParaRPr lang="en-US" altLang="en-US"/>
          </a:p>
          <a:p>
            <a:r>
              <a:rPr lang="en-US" altLang="en-US"/>
              <a:t>Printer</a:t>
            </a:r>
            <a:endParaRPr lang="en-US" altLang="en-US"/>
          </a:p>
          <a:p>
            <a:r>
              <a:rPr lang="en-US" altLang="en-US"/>
              <a:t>Contact</a:t>
            </a:r>
            <a:endParaRPr lang="en-US" altLang="en-US"/>
          </a:p>
          <a:p>
            <a:r>
              <a:rPr lang="en-US" altLang="en-US"/>
              <a:t>Har bir object:</a:t>
            </a:r>
            <a:endParaRPr lang="en-US" altLang="en-US"/>
          </a:p>
          <a:p>
            <a:r>
              <a:rPr lang="en-US" altLang="en-US"/>
              <a:t>attribute larga ega (name, SID, GUID)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Organizitational Unit (OU)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en-US" altLang="en-US"/>
              <a:t>OU — bu logical container.</a:t>
            </a:r>
            <a:endParaRPr lang="en-US" altLang="en-US"/>
          </a:p>
          <a:p>
            <a:r>
              <a:rPr lang="en-US" altLang="en-US"/>
              <a:t>OU nima uchun kerak?</a:t>
            </a:r>
            <a:endParaRPr lang="en-US" altLang="en-US"/>
          </a:p>
          <a:p>
            <a:r>
              <a:rPr lang="en-US" altLang="en-US"/>
              <a:t>User va Computerlarni guruhlash</a:t>
            </a:r>
            <a:endParaRPr lang="en-US" altLang="en-US"/>
          </a:p>
          <a:p>
            <a:r>
              <a:rPr lang="en-US" altLang="en-US"/>
              <a:t>GPO qo‘llash</a:t>
            </a:r>
            <a:endParaRPr lang="en-US" altLang="en-US"/>
          </a:p>
          <a:p>
            <a:r>
              <a:rPr lang="en-US" altLang="en-US"/>
              <a:t>Delegation (delegatsiya) qilish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Misol:</a:t>
            </a:r>
            <a:endParaRPr lang="en-US" altLang="en-US"/>
          </a:p>
          <a:p>
            <a:r>
              <a:rPr lang="en-US" altLang="en-US"/>
              <a:t>OU: IT</a:t>
            </a:r>
            <a:endParaRPr lang="en-US" altLang="en-US"/>
          </a:p>
          <a:p>
            <a:r>
              <a:rPr lang="en-US" altLang="en-US"/>
              <a:t>Users</a:t>
            </a:r>
            <a:endParaRPr lang="en-US" altLang="en-US"/>
          </a:p>
          <a:p>
            <a:r>
              <a:rPr lang="en-US" altLang="en-US"/>
              <a:t>Computers</a:t>
            </a:r>
            <a:endParaRPr lang="en-US" altLang="en-US"/>
          </a:p>
          <a:p>
            <a:r>
              <a:rPr lang="en-US" altLang="en-US"/>
              <a:t>Muhim:</a:t>
            </a:r>
            <a:br>
              <a:rPr lang="en-US" altLang="en-US"/>
            </a:br>
            <a:r>
              <a:rPr lang="en-US" altLang="en-US"/>
              <a:t>GPO faqat OU, Domain yoki Site ga qo‘llanadi.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Groups - Guruhlar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/>
          </a:bodyPr>
          <a:p>
            <a:r>
              <a:rPr lang="en-US" altLang="en-US"/>
              <a:t>Group — bu:</a:t>
            </a:r>
            <a:endParaRPr lang="en-US" altLang="en-US"/>
          </a:p>
          <a:p>
            <a:r>
              <a:rPr lang="en-US" altLang="en-US"/>
              <a:t>user yoki computerlarni birlashtirish</a:t>
            </a:r>
            <a:endParaRPr lang="en-US" altLang="en-US"/>
          </a:p>
          <a:p>
            <a:r>
              <a:rPr lang="en-US" altLang="en-US"/>
              <a:t>Group turlari:</a:t>
            </a:r>
            <a:endParaRPr lang="en-US" altLang="en-US"/>
          </a:p>
          <a:p>
            <a:r>
              <a:rPr lang="en-US" altLang="en-US"/>
              <a:t>Security Group</a:t>
            </a:r>
            <a:endParaRPr lang="en-US" altLang="en-US"/>
          </a:p>
          <a:p>
            <a:r>
              <a:rPr lang="en-US" altLang="en-US"/>
              <a:t>Distribution Group</a:t>
            </a:r>
            <a:endParaRPr lang="en-US" altLang="en-US"/>
          </a:p>
          <a:p>
            <a:r>
              <a:rPr lang="en-US" altLang="en-US"/>
              <a:t>Group scope (o’z ichiga olgan):</a:t>
            </a:r>
            <a:endParaRPr lang="en-US" altLang="en-US"/>
          </a:p>
          <a:p>
            <a:r>
              <a:rPr lang="en-US" altLang="en-US"/>
              <a:t>Domain Local</a:t>
            </a:r>
            <a:endParaRPr lang="en-US" altLang="en-US"/>
          </a:p>
          <a:p>
            <a:r>
              <a:rPr lang="en-US" altLang="en-US"/>
              <a:t>Global</a:t>
            </a:r>
            <a:endParaRPr lang="en-US" altLang="en-US"/>
          </a:p>
          <a:p>
            <a:r>
              <a:rPr lang="en-US" altLang="en-US"/>
              <a:t>Universal</a:t>
            </a:r>
            <a:endParaRPr lang="en-US" altLang="en-US"/>
          </a:p>
          <a:p>
            <a:r>
              <a:rPr lang="en-US" altLang="en-US"/>
              <a:t>Amaliy misol:</a:t>
            </a:r>
            <a:endParaRPr lang="en-US" altLang="en-US"/>
          </a:p>
          <a:p>
            <a:r>
              <a:rPr lang="en-US" altLang="en-US"/>
              <a:t>IT_Admins</a:t>
            </a:r>
            <a:endParaRPr lang="en-US" altLang="en-US"/>
          </a:p>
          <a:p>
            <a:r>
              <a:rPr lang="en-US" altLang="en-US"/>
              <a:t>HR_Users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Authentication - Kim ekanligingizni tasdiqlash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Active Directory asosan:</a:t>
            </a:r>
            <a:endParaRPr lang="en-US" altLang="en-US"/>
          </a:p>
          <a:p>
            <a:r>
              <a:rPr lang="en-US" altLang="en-US"/>
              <a:t>Kerberos protocol dan foydalanadi</a:t>
            </a:r>
            <a:endParaRPr lang="en-US" altLang="en-US"/>
          </a:p>
          <a:p>
            <a:r>
              <a:rPr lang="en-US" altLang="en-US"/>
              <a:t>Kerberos:</a:t>
            </a:r>
            <a:endParaRPr lang="en-US" altLang="en-US"/>
          </a:p>
          <a:p>
            <a:r>
              <a:rPr lang="en-US" altLang="en-US"/>
              <a:t>ticket-based (chiptaga asoslangan) authentication</a:t>
            </a:r>
            <a:endParaRPr lang="en-US" altLang="en-US"/>
          </a:p>
          <a:p>
            <a:r>
              <a:rPr lang="en-US" altLang="en-US"/>
              <a:t>parol tarmoq orqali ochiq yuborilmaydi</a:t>
            </a:r>
            <a:endParaRPr lang="en-US" altLang="en-US"/>
          </a:p>
          <a:p>
            <a:r>
              <a:rPr lang="en-US" altLang="en-US"/>
              <a:t>Misol:</a:t>
            </a:r>
            <a:endParaRPr lang="en-US" altLang="en-US"/>
          </a:p>
          <a:p>
            <a:r>
              <a:rPr lang="en-US" altLang="en-US"/>
              <a:t>NTLM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1432560" y="0"/>
            <a:ext cx="910463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Authorization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Authorization — bu:</a:t>
            </a:r>
            <a:endParaRPr lang="en-US" altLang="en-US"/>
          </a:p>
          <a:p>
            <a:r>
              <a:rPr lang="en-US" altLang="en-US"/>
              <a:t>Kim nima huquqi, ruxsati bor?</a:t>
            </a:r>
            <a:endParaRPr lang="en-US" altLang="en-US"/>
          </a:p>
          <a:p>
            <a:r>
              <a:rPr lang="en-US" altLang="en-US"/>
              <a:t>Bu:</a:t>
            </a:r>
            <a:endParaRPr lang="en-US" altLang="en-US"/>
          </a:p>
          <a:p>
            <a:r>
              <a:rPr lang="en-US" altLang="en-US"/>
              <a:t>ACL</a:t>
            </a:r>
            <a:endParaRPr lang="en-US" altLang="en-US"/>
          </a:p>
          <a:p>
            <a:r>
              <a:rPr lang="en-US" altLang="en-US"/>
              <a:t>Group membership (guruh azoligi)</a:t>
            </a:r>
            <a:endParaRPr lang="en-US" altLang="en-US"/>
          </a:p>
          <a:p>
            <a:r>
              <a:rPr lang="en-US" altLang="en-US"/>
              <a:t>GPO orqali boshqariladi.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 va DNS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Active Directory DNS siz ishlamaydi.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DNS vazifasi: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DC larni topish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service record (SRV)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Shuning uchun: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AD o‘rnatilganda DNS ham o‘rnatiladi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GPO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Group Policy nima?</a:t>
            </a:r>
            <a:endParaRPr lang="en-US" altLang="en-US"/>
          </a:p>
          <a:p>
            <a:r>
              <a:rPr lang="en-US" altLang="en-US"/>
              <a:t>Group Policy — bu:</a:t>
            </a:r>
            <a:endParaRPr lang="en-US" altLang="en-US"/>
          </a:p>
          <a:p>
            <a:r>
              <a:rPr lang="en-US" altLang="en-US"/>
              <a:t>User va Computer uchun qoida va siyosatlar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Misollar:</a:t>
            </a:r>
            <a:endParaRPr lang="en-US" altLang="en-US"/>
          </a:p>
          <a:p>
            <a:r>
              <a:rPr lang="en-US" altLang="en-US"/>
              <a:t>USB block</a:t>
            </a:r>
            <a:endParaRPr lang="en-US" altLang="en-US"/>
          </a:p>
          <a:p>
            <a:r>
              <a:rPr lang="en-US" altLang="en-US"/>
              <a:t>Password policy (Parol qoidalari)</a:t>
            </a:r>
            <a:endParaRPr lang="en-US" altLang="en-US"/>
          </a:p>
          <a:p>
            <a:r>
              <a:rPr lang="en-US" altLang="en-US"/>
              <a:t>Desktop restriction</a:t>
            </a:r>
            <a:endParaRPr lang="en-US" altLang="en-US"/>
          </a:p>
          <a:p>
            <a:r>
              <a:rPr lang="en-US" altLang="en-US"/>
              <a:t>Software installation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GPO ishlash ketma ketligi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en-US" altLang="en-US"/>
              <a:t>GPO:</a:t>
            </a:r>
            <a:endParaRPr lang="en-US" altLang="en-US"/>
          </a:p>
          <a:p>
            <a:r>
              <a:rPr lang="en-US" altLang="en-US"/>
              <a:t>Site</a:t>
            </a:r>
            <a:endParaRPr lang="en-US" altLang="en-US"/>
          </a:p>
          <a:p>
            <a:r>
              <a:rPr lang="en-US" altLang="en-US"/>
              <a:t>Domain</a:t>
            </a:r>
            <a:endParaRPr lang="en-US" altLang="en-US"/>
          </a:p>
          <a:p>
            <a:r>
              <a:rPr lang="en-US" altLang="en-US"/>
              <a:t>OU</a:t>
            </a:r>
            <a:endParaRPr lang="en-US" altLang="en-US"/>
          </a:p>
          <a:p>
            <a:r>
              <a:rPr lang="en-US" altLang="en-US"/>
              <a:t>Tartib:</a:t>
            </a:r>
            <a:endParaRPr lang="en-US" altLang="en-US"/>
          </a:p>
          <a:p>
            <a:r>
              <a:rPr lang="en-US" altLang="en-US"/>
              <a:t>Local → Site → Domain → OU</a:t>
            </a:r>
            <a:endParaRPr lang="en-US" altLang="en-US"/>
          </a:p>
          <a:p>
            <a:r>
              <a:rPr lang="en-US" altLang="en-US"/>
              <a:t>Bu tartib LSDOU deb ataladi.</a:t>
            </a:r>
            <a:endParaRPr lang="en-US" altLang="en-US"/>
          </a:p>
          <a:p>
            <a:r>
              <a:rPr lang="en-US" altLang="en-US"/>
              <a:t>Amaliy misollar</a:t>
            </a:r>
            <a:endParaRPr lang="en-US" altLang="en-US"/>
          </a:p>
          <a:p>
            <a:r>
              <a:rPr lang="en-US" altLang="en-US"/>
              <a:t>Foydalanuvchi Control Panel ocholmaydi</a:t>
            </a:r>
            <a:endParaRPr lang="en-US" altLang="en-US"/>
          </a:p>
          <a:p>
            <a:r>
              <a:rPr lang="en-US" altLang="en-US"/>
              <a:t>USB orqali flash disk ishlamaydi</a:t>
            </a:r>
            <a:endParaRPr lang="en-US" altLang="en-US"/>
          </a:p>
          <a:p>
            <a:r>
              <a:rPr lang="en-US" altLang="en-US"/>
              <a:t>Har login da script ishga tushadi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 qo’llashga misol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fontScale="65000"/>
          </a:bodyPr>
          <a:p>
            <a:pPr marL="0" indent="0">
              <a:buNone/>
            </a:pPr>
            <a:r>
              <a:rPr lang="en-US"/>
              <a:t>Aytaylik bizda 50 dan ortiq foydalanuvchisi bo’lgan kichik IT kompaniyasi bor. Hamma narsani administrat vazifalarni boshqarish uchun quyidagicha AD tuzishimiz mumkin:</a:t>
            </a:r>
            <a:br>
              <a:rPr lang="en-US"/>
            </a:br>
            <a:r>
              <a:rPr lang="en-US" altLang="en-US"/>
              <a:t>1 Domain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 DC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50 User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 OU (HR, IT, Finance)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Natija: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tartibli boshqaruv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xavfsizlik</a:t>
            </a:r>
            <a:br>
              <a:rPr lang="en-US" altLang="en-US"/>
            </a:br>
            <a:r>
              <a:rPr lang="en-US" altLang="en-US"/>
              <a:t>qulaylilik va vaqt tejalishi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Katta tashkilot misoli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Multiple DC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Multiple OU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GPO orqali avtomatlashtirish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Windows 11 pro orqali AD yaratish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Settings -&gt; System -&gt; Optional Features -&gt; See available features -&gt; rsat -&gt; Install.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4110</Words>
  <Application>WPS Presentation</Application>
  <PresentationFormat>Widescreen</PresentationFormat>
  <Paragraphs>204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Penterasting</cp:lastModifiedBy>
  <cp:revision>4</cp:revision>
  <dcterms:created xsi:type="dcterms:W3CDTF">2025-07-23T00:59:00Z</dcterms:created>
  <dcterms:modified xsi:type="dcterms:W3CDTF">2026-01-19T04:22:00Z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B0D0278779E04864A678B551DA2C9211_11</vt:lpwstr>
  </property>
  <property fmtid="{D5CDD505-2E9C-101B-9397-08002B2CF9AE}" pid="3" name="KSOProductBuildVer">
    <vt:lpwstr>1033-12.2.0.23196</vt:lpwstr>
  </property>
</Properties>
</file>