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Linux LPE with PAM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120" y="5202238"/>
            <a:ext cx="9144000" cy="1655762"/>
          </a:xfrm>
        </p:spPr>
        <p:txBody>
          <a:bodyPr/>
          <a:lstStyle/>
          <a:p>
            <a:r>
              <a:rPr lang="en-US"/>
              <a:t>Doston Abdullayev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Linux Local Privilege Escalation (LPE)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en-US" altLang="en-US"/>
              <a:t>Local Privilege Escalation (LPE) — attacker local user sifatida tizimda bo‘ladi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Maqsad: root yoki yuqori account olish</a:t>
            </a:r>
            <a:endParaRPr lang="en-US" altLang="en-US"/>
          </a:p>
          <a:p>
            <a:r>
              <a:rPr lang="en-US" altLang="en-US"/>
              <a:t>LPE post-exploitation bosqichi hisoblanadi</a:t>
            </a:r>
            <a:endParaRPr lang="en-US" altLang="en-US"/>
          </a:p>
          <a:p>
            <a:r>
              <a:rPr lang="en-US" altLang="en-US"/>
              <a:t>Linux sistemasida LPE ko‘pincha misconfiguration(noto’g’ri sozlash) sabab bo‘ladi</a:t>
            </a:r>
            <a:br>
              <a:rPr lang="en-US" altLang="en-US"/>
            </a:br>
            <a:r>
              <a:rPr lang="en-US" altLang="en-US"/>
              <a:t>Bilishimiz kerak bo’lgan asosiy tushuncha:</a:t>
            </a:r>
            <a:endParaRPr lang="en-US" altLang="en-US"/>
          </a:p>
          <a:p>
            <a:r>
              <a:rPr lang="en-US" altLang="en-US"/>
              <a:t>Initial access va LPE farqi</a:t>
            </a:r>
            <a:endParaRPr lang="en-US" altLang="en-US"/>
          </a:p>
          <a:p>
            <a:r>
              <a:rPr lang="en-US" altLang="en-US"/>
              <a:t>Nima uchun root access juda xavfli</a:t>
            </a:r>
            <a:endParaRPr lang="en-US" altLang="en-US"/>
          </a:p>
          <a:p>
            <a:r>
              <a:rPr lang="en-US" altLang="en-US"/>
              <a:t>Linux security model (users, groups, permissions)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LPE Hujum ketma-ketligi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Initial Access (ssh, web shell, stolen credentials)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Enumeration (Ma’lumot to’plash)</a:t>
            </a:r>
            <a:endParaRPr lang="en-US" altLang="en-US"/>
          </a:p>
          <a:p>
            <a:r>
              <a:rPr lang="en-US" altLang="en-US"/>
              <a:t>Privilege Escalation</a:t>
            </a:r>
            <a:endParaRPr lang="en-US" altLang="en-US"/>
          </a:p>
          <a:p>
            <a:r>
              <a:rPr lang="en-US" altLang="en-US"/>
              <a:t>Persistence (Qarshilik ko’rsatish)</a:t>
            </a:r>
            <a:endParaRPr lang="en-US" altLang="en-US"/>
          </a:p>
          <a:p>
            <a:r>
              <a:rPr lang="en-US" altLang="en-US"/>
              <a:t>Muxim:</a:t>
            </a:r>
            <a:endParaRPr lang="en-US" altLang="en-US"/>
          </a:p>
          <a:p>
            <a:r>
              <a:rPr lang="en-US" altLang="en-US"/>
              <a:t>Enumeration LPE ning eng muhim qismi</a:t>
            </a:r>
            <a:endParaRPr lang="en-US" altLang="en-US"/>
          </a:p>
          <a:p>
            <a:r>
              <a:rPr lang="en-US" altLang="en-US"/>
              <a:t>PAM enumeration doimiy tekshiriladi</a:t>
            </a:r>
            <a:endParaRPr lang="en-US" altLang="en-US"/>
          </a:p>
          <a:p>
            <a:r>
              <a:rPr lang="en-US" altLang="en-US"/>
              <a:t>Attack chain tushunchasi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Odatiy bo’lgan Linux LPE texnikalari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SUID/SGID dasturlarni </a:t>
            </a:r>
            <a:endParaRPr lang="en-US" altLang="en-US"/>
          </a:p>
          <a:p>
            <a:r>
              <a:rPr lang="en-US" altLang="en-US"/>
              <a:t>Writable configuration files</a:t>
            </a:r>
            <a:endParaRPr lang="en-US" altLang="en-US"/>
          </a:p>
          <a:p>
            <a:r>
              <a:rPr lang="en-US" altLang="en-US"/>
              <a:t>Cron jobs abuse</a:t>
            </a:r>
            <a:endParaRPr lang="en-US" altLang="en-US"/>
          </a:p>
          <a:p>
            <a:r>
              <a:rPr lang="en-US" altLang="en-US"/>
              <a:t>Kernel exploits</a:t>
            </a:r>
            <a:endParaRPr lang="en-US" altLang="en-US"/>
          </a:p>
          <a:p>
            <a:r>
              <a:rPr lang="en-US" altLang="en-US"/>
              <a:t>PAM-based LPE</a:t>
            </a:r>
            <a:endParaRPr lang="en-US" altLang="en-US"/>
          </a:p>
          <a:p>
            <a:r>
              <a:rPr lang="en-US" altLang="en-US"/>
              <a:t>PAM LPE exploit yozishni talab qilmaydi</a:t>
            </a:r>
            <a:endParaRPr lang="en-US" altLang="en-US"/>
          </a:p>
          <a:p>
            <a:r>
              <a:rPr lang="en-US" altLang="en-US"/>
              <a:t>Logic va configuration xatolari asosida ishlaydi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PAM o’zi nima?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PAM — Pluggable Authentication Modules</a:t>
            </a:r>
            <a:endParaRPr lang="en-US" altLang="en-US"/>
          </a:p>
          <a:p>
            <a:r>
              <a:rPr lang="en-US" altLang="en-US"/>
              <a:t>Authentication, authorization, session management</a:t>
            </a:r>
            <a:endParaRPr lang="en-US" altLang="en-US"/>
          </a:p>
          <a:p>
            <a:r>
              <a:rPr lang="en-US" altLang="en-US"/>
              <a:t>Linux services PAM orqali user ni tekshiradi</a:t>
            </a:r>
            <a:endParaRPr lang="en-US" altLang="en-US"/>
          </a:p>
          <a:p>
            <a:r>
              <a:rPr lang="en-US" altLang="en-US"/>
              <a:t>Explanation points:</a:t>
            </a:r>
            <a:endParaRPr lang="en-US" altLang="en-US"/>
          </a:p>
          <a:p>
            <a:r>
              <a:rPr lang="en-US" altLang="en-US"/>
              <a:t>PAM nima uchun yaratilgan</a:t>
            </a:r>
            <a:endParaRPr lang="en-US" altLang="en-US"/>
          </a:p>
          <a:p>
            <a:r>
              <a:rPr lang="en-US" altLang="en-US"/>
              <a:t>Umumlashtirilgan authentication ning afzalliklari</a:t>
            </a:r>
            <a:endParaRPr lang="en-US" altLang="en-US"/>
          </a:p>
          <a:p>
            <a:r>
              <a:rPr lang="en-US" altLang="en-US"/>
              <a:t>PAM bo‘lmasa har bir service o‘z tasdiqlashni yozadi 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PAM dan foydalanadigan serviclar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login</a:t>
            </a:r>
            <a:endParaRPr lang="en-US" altLang="en-US"/>
          </a:p>
          <a:p>
            <a:r>
              <a:rPr lang="en-US" altLang="en-US"/>
              <a:t>sshd</a:t>
            </a:r>
            <a:endParaRPr lang="en-US" altLang="en-US"/>
          </a:p>
          <a:p>
            <a:r>
              <a:rPr lang="en-US" altLang="en-US"/>
              <a:t>sudo</a:t>
            </a:r>
            <a:endParaRPr lang="en-US" altLang="en-US"/>
          </a:p>
          <a:p>
            <a:r>
              <a:rPr lang="en-US" altLang="en-US"/>
              <a:t>su</a:t>
            </a:r>
            <a:endParaRPr lang="en-US" altLang="en-US"/>
          </a:p>
          <a:p>
            <a:r>
              <a:rPr lang="en-US" altLang="en-US"/>
              <a:t>polkit</a:t>
            </a:r>
            <a:endParaRPr lang="en-US" altLang="en-US"/>
          </a:p>
          <a:p>
            <a:r>
              <a:rPr lang="en-US" altLang="en-US"/>
              <a:t>Muxim:</a:t>
            </a:r>
            <a:endParaRPr lang="en-US" altLang="en-US"/>
          </a:p>
          <a:p>
            <a:r>
              <a:rPr lang="en-US" altLang="en-US"/>
              <a:t>PAM system-level component</a:t>
            </a:r>
            <a:endParaRPr lang="en-US" altLang="en-US"/>
          </a:p>
          <a:p>
            <a:r>
              <a:rPr lang="en-US" altLang="en-US"/>
              <a:t>Bitta PAM xatosi bir nechta service ga ta’sir qiladi</a:t>
            </a:r>
            <a:endParaRPr lang="en-US" altLang="en-US"/>
          </a:p>
          <a:p>
            <a:r>
              <a:rPr lang="en-US" altLang="en-US"/>
              <a:t>sudo va su eng xavfli target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PAM arxitekturasi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Application → PAM library</a:t>
            </a:r>
            <a:endParaRPr lang="en-US" altLang="en-US"/>
          </a:p>
          <a:p>
            <a:r>
              <a:rPr lang="en-US" altLang="en-US"/>
              <a:t>PAM config file o‘qiladi</a:t>
            </a:r>
            <a:endParaRPr lang="en-US" altLang="en-US"/>
          </a:p>
          <a:p>
            <a:r>
              <a:rPr lang="en-US" altLang="en-US"/>
              <a:t>Modules ketma-ket bajariladi</a:t>
            </a:r>
            <a:endParaRPr lang="en-US" altLang="en-US"/>
          </a:p>
          <a:p>
            <a:r>
              <a:rPr lang="en-US" altLang="en-US"/>
              <a:t>Final decision qaytariladi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PAM stack tushunchasi</a:t>
            </a:r>
            <a:endParaRPr lang="en-US" altLang="en-US"/>
          </a:p>
          <a:p>
            <a:r>
              <a:rPr lang="en-US" altLang="en-US"/>
              <a:t>Module order juda muhim</a:t>
            </a:r>
            <a:endParaRPr lang="en-US" altLang="en-US"/>
          </a:p>
          <a:p>
            <a:r>
              <a:rPr lang="en-US" altLang="en-US"/>
              <a:t>Control flag flow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PAM Sozlamalar Lokatsiyasi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Slide content:</a:t>
            </a:r>
            <a:endParaRPr lang="en-US" altLang="en-US"/>
          </a:p>
          <a:p>
            <a:r>
              <a:rPr lang="en-US" altLang="en-US"/>
              <a:t>/etc/pam.conf (legacy)</a:t>
            </a:r>
            <a:endParaRPr lang="en-US" altLang="en-US"/>
          </a:p>
          <a:p>
            <a:r>
              <a:rPr lang="en-US" altLang="en-US"/>
              <a:t>/etc/pam.d/ (directory-based)</a:t>
            </a:r>
            <a:endParaRPr lang="en-US" altLang="en-US"/>
          </a:p>
          <a:p>
            <a:r>
              <a:rPr lang="en-US" altLang="en-US"/>
              <a:t>Service-based configuration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Har bir file service nomi bilan ataladi</a:t>
            </a:r>
            <a:endParaRPr lang="en-US" altLang="en-US"/>
          </a:p>
          <a:p>
            <a:r>
              <a:rPr lang="en-US" altLang="en-US"/>
              <a:t>sudo PAM config misoli</a:t>
            </a:r>
            <a:endParaRPr lang="en-US" altLang="en-US"/>
          </a:p>
          <a:p>
            <a:r>
              <a:rPr lang="en-US" altLang="en-US"/>
              <a:t>Include va substack lar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PAM Modullari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pam_unix.so – standard auth</a:t>
            </a:r>
            <a:endParaRPr lang="en-US" altLang="en-US"/>
          </a:p>
          <a:p>
            <a:r>
              <a:rPr lang="en-US" altLang="en-US"/>
              <a:t>pam_permit.so – always allow (hardoim ruxsat beradi)</a:t>
            </a:r>
            <a:endParaRPr lang="en-US" altLang="en-US"/>
          </a:p>
          <a:p>
            <a:r>
              <a:rPr lang="en-US" altLang="en-US"/>
              <a:t>pam_deny.so – always deny (hardoim taqiqlaydi)</a:t>
            </a:r>
            <a:endParaRPr lang="en-US" altLang="en-US"/>
          </a:p>
          <a:p>
            <a:r>
              <a:rPr lang="en-US" altLang="en-US"/>
              <a:t>pam_exec.so – external command (tashqaridagi commandalar)</a:t>
            </a:r>
            <a:endParaRPr lang="en-US" altLang="en-US"/>
          </a:p>
          <a:p>
            <a:r>
              <a:rPr lang="en-US" altLang="en-US"/>
              <a:t>pam_env.so – environment variables (atrof-muhit o’zgaruvchilari)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.so — shared object</a:t>
            </a:r>
            <a:endParaRPr lang="en-US" altLang="en-US"/>
          </a:p>
          <a:p>
            <a:r>
              <a:rPr lang="en-US" altLang="en-US"/>
              <a:t>Module ning xavfi argumentlarga bog‘liq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PAM sababli bo’lishi mumkin bo’lgan LPE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Authentication bypass (tasdiqlashni aylanib o’tish)</a:t>
            </a:r>
            <a:endParaRPr lang="en-US" altLang="en-US"/>
          </a:p>
          <a:p>
            <a:r>
              <a:rPr lang="en-US" altLang="en-US"/>
              <a:t>Authorization bypass</a:t>
            </a:r>
            <a:endParaRPr lang="en-US" altLang="en-US"/>
          </a:p>
          <a:p>
            <a:r>
              <a:rPr lang="en-US" altLang="en-US"/>
              <a:t>Root access without password (parolsiz root huquqi)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   PAM exploit emas</a:t>
            </a:r>
            <a:endParaRPr lang="en-US" altLang="en-US"/>
          </a:p>
          <a:p>
            <a:r>
              <a:rPr lang="en-US" altLang="en-US"/>
              <a:t>Admin xatosi hujumchiga yordam beradi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Yozish huquqi bo’lgan PAM risk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/etc/pam.d/* root-only bo‘lishi kerak</a:t>
            </a:r>
            <a:endParaRPr lang="en-US" altLang="en-US"/>
          </a:p>
          <a:p>
            <a:r>
              <a:rPr lang="en-US" altLang="en-US"/>
              <a:t>Writable file — critical finding</a:t>
            </a:r>
            <a:endParaRPr lang="en-US" altLang="en-US"/>
          </a:p>
          <a:p>
            <a:r>
              <a:rPr lang="en-US" altLang="en-US"/>
              <a:t>Attackers pam_permit qo‘shadi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chmod va chown muhim</a:t>
            </a:r>
            <a:endParaRPr lang="en-US" altLang="en-US"/>
          </a:p>
          <a:p>
            <a:r>
              <a:rPr lang="en-US" altLang="en-US"/>
              <a:t>File butunligini monitoring zarur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PAM Enumeration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File ruxsatlarini tekshirish kerak</a:t>
            </a:r>
            <a:endParaRPr lang="en-US" altLang="en-US"/>
          </a:p>
          <a:p>
            <a:r>
              <a:rPr lang="en-US" altLang="en-US"/>
              <a:t>Xavfli modullarni qidirish kerak</a:t>
            </a:r>
            <a:endParaRPr lang="en-US" altLang="en-US"/>
          </a:p>
          <a:p>
            <a:r>
              <a:rPr lang="en-US" altLang="en-US"/>
              <a:t>Maxsus servicga aloqador xizmatlarni qidirish kerak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Commandalarga misollar: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ls -l /etc/pam.d/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grep pam_permit /etc/pam.d/*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grep pam_exec /etc/pam.d/*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2724</Words>
  <Application>WPS Presentation</Application>
  <PresentationFormat>Widescreen</PresentationFormat>
  <Paragraphs>120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Penterasting</cp:lastModifiedBy>
  <cp:revision>3</cp:revision>
  <dcterms:created xsi:type="dcterms:W3CDTF">2025-07-23T00:59:00Z</dcterms:created>
  <dcterms:modified xsi:type="dcterms:W3CDTF">2026-01-18T14:04:57Z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EBBFFD2BD0AB473F9F2941E39481DFD9_11</vt:lpwstr>
  </property>
  <property fmtid="{D5CDD505-2E9C-101B-9397-08002B2CF9AE}" pid="3" name="KSOProductBuildVer">
    <vt:lpwstr>1033-12.2.0.23196</vt:lpwstr>
  </property>
</Properties>
</file>