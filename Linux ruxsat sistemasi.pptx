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Linux ruxsat sistemasi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Doston Abdullayev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Linuxda kerak bo’lgan commandalar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900"/>
              <a:t>cp                                     touch</a:t>
            </a:r>
            <a:endParaRPr lang="en-US" altLang="en-US" sz="1900"/>
          </a:p>
          <a:p>
            <a:r>
              <a:rPr lang="en-US" altLang="en-US" sz="1900"/>
              <a:t>find                                   tar</a:t>
            </a:r>
            <a:endParaRPr lang="en-US" altLang="en-US" sz="1900"/>
          </a:p>
          <a:p>
            <a:r>
              <a:rPr lang="en-US" altLang="en-US" sz="1900"/>
              <a:t>mkdir                               cpio</a:t>
            </a:r>
            <a:endParaRPr lang="en-US" altLang="en-US" sz="1900"/>
          </a:p>
          <a:p>
            <a:r>
              <a:rPr lang="en-US" altLang="en-US" sz="1900"/>
              <a:t>mv                                    dd</a:t>
            </a:r>
            <a:endParaRPr lang="en-US" altLang="en-US" sz="1900"/>
          </a:p>
          <a:p>
            <a:r>
              <a:rPr lang="en-US" altLang="en-US" sz="1900"/>
              <a:t>ls                                       file</a:t>
            </a:r>
            <a:endParaRPr lang="en-US" altLang="en-US" sz="1900"/>
          </a:p>
          <a:p>
            <a:r>
              <a:rPr lang="en-US" altLang="en-US" sz="1900"/>
              <a:t>rm                                    gzip</a:t>
            </a:r>
            <a:endParaRPr lang="en-US" altLang="en-US" sz="1900"/>
          </a:p>
          <a:p>
            <a:r>
              <a:rPr lang="en-US" altLang="en-US" sz="1900"/>
              <a:t>rmdir                               gunzip</a:t>
            </a:r>
            <a:endParaRPr lang="en-US" altLang="en-US" sz="1900"/>
          </a:p>
          <a:p>
            <a:r>
              <a:rPr lang="en-US" altLang="en-US" sz="1900"/>
              <a:t>bzip2                               bunzip2</a:t>
            </a:r>
            <a:endParaRPr lang="en-US" altLang="en-US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Top level Linux directories (jild, papka, folder)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110" y="1351915"/>
            <a:ext cx="12073890" cy="4825365"/>
          </a:xfrm>
        </p:spPr>
        <p:txBody>
          <a:bodyPr>
            <a:noAutofit/>
          </a:bodyPr>
          <a:p>
            <a:r>
              <a:rPr lang="en-US" altLang="en-US" sz="1400"/>
              <a:t>/bin/: oddiy dasturlar.</a:t>
            </a:r>
            <a:endParaRPr lang="en-US" altLang="en-US" sz="1400"/>
          </a:p>
          <a:p>
            <a:r>
              <a:rPr lang="en-US" altLang="en-US" sz="1400"/>
              <a:t>/boot/: Kali Linux kernel va boot jarayoni uchun kerakli bo’lgan fayllar.</a:t>
            </a:r>
            <a:endParaRPr lang="en-US" altLang="en-US" sz="1400"/>
          </a:p>
          <a:p>
            <a:r>
              <a:rPr lang="en-US" altLang="en-US" sz="1400"/>
              <a:t>/dev/: Qurilma fayllari.</a:t>
            </a:r>
            <a:endParaRPr lang="en-US" altLang="en-US" sz="1400"/>
          </a:p>
          <a:p>
            <a:r>
              <a:rPr lang="en-US" altLang="en-US" sz="1400"/>
              <a:t>/etc/: Sozlamalar fayllari.</a:t>
            </a:r>
            <a:endParaRPr lang="en-US" altLang="en-US" sz="1400"/>
          </a:p>
          <a:p>
            <a:r>
              <a:rPr lang="en-US" altLang="en-US" sz="1400"/>
              <a:t>/home/: Foydalanuvchi fayllari.</a:t>
            </a:r>
            <a:endParaRPr lang="en-US" altLang="en-US" sz="1400"/>
          </a:p>
          <a:p>
            <a:r>
              <a:rPr lang="en-US" altLang="en-US" sz="1400"/>
              <a:t>/lib/: Odatiy kutubxonalar.</a:t>
            </a:r>
            <a:endParaRPr lang="en-US" altLang="en-US" sz="1400"/>
          </a:p>
          <a:p>
            <a:r>
              <a:rPr lang="en-US" altLang="en-US" sz="1400"/>
              <a:t>/media/: Chiqarib tashlash uchun kerakli bo’lgan qurilmalar uchun (CD/DVD-ROM, USB keys, and so on).</a:t>
            </a:r>
            <a:endParaRPr lang="en-US" altLang="en-US" sz="1400"/>
          </a:p>
          <a:p>
            <a:r>
              <a:rPr lang="en-US" altLang="en-US" sz="1400"/>
              <a:t>/mnt/: Vaqtinchalik mount point.</a:t>
            </a:r>
            <a:endParaRPr lang="en-US" altLang="en-US" sz="1400"/>
          </a:p>
          <a:p>
            <a:r>
              <a:rPr lang="en-US" altLang="en-US" sz="1400"/>
              <a:t>/opt/: 3 tomondan o’rnatilgan ortiqcha fayllar.</a:t>
            </a:r>
            <a:endParaRPr lang="en-US" altLang="en-US" sz="1400"/>
          </a:p>
          <a:p>
            <a:r>
              <a:rPr lang="en-US" altLang="en-US" sz="1400"/>
              <a:t>/root/: administrator (root) fayllari.</a:t>
            </a:r>
            <a:endParaRPr lang="en-US" altLang="en-US" sz="1400"/>
          </a:p>
          <a:p>
            <a:r>
              <a:rPr lang="en-US" altLang="en-US" sz="1400"/>
              <a:t>/run/: O’chguncha yoki reboot bo’lguncha saqlanib turadigan runtime malumotlar</a:t>
            </a:r>
            <a:endParaRPr lang="en-US" altLang="en-US" sz="1400"/>
          </a:p>
          <a:p>
            <a:r>
              <a:rPr lang="en-US" altLang="en-US" sz="1400"/>
              <a:t>/sbin/: sistema dasturlari</a:t>
            </a:r>
            <a:endParaRPr lang="en-US" altLang="en-US" sz="1400"/>
          </a:p>
          <a:p>
            <a:r>
              <a:rPr lang="en-US" altLang="en-US" sz="1400"/>
              <a:t>/srv/: sistemadan server tomonidan host qilingan malumotlar</a:t>
            </a:r>
            <a:endParaRPr lang="en-US" altLang="en-US" sz="1400"/>
          </a:p>
          <a:p>
            <a:r>
              <a:rPr lang="en-US" altLang="en-US" sz="1400"/>
              <a:t>/tmp/: Vaqtincha fayllar</a:t>
            </a:r>
            <a:endParaRPr lang="en-US" altLang="en-US" sz="1400"/>
          </a:p>
          <a:p>
            <a:r>
              <a:rPr lang="en-US" altLang="en-US" sz="1400"/>
              <a:t>/usr/: Foydalanuvchi arxitekturalari, file va boshqalar</a:t>
            </a:r>
            <a:endParaRPr lang="en-US" altLang="en-US" sz="1400"/>
          </a:p>
          <a:p>
            <a:r>
              <a:rPr lang="en-US" altLang="en-US" sz="1400"/>
              <a:t>/var/: Servislar tomonidan ishlatilinadigan o’zgaruvchan fayllar. Log files, queues, spools, and caches.</a:t>
            </a:r>
            <a:endParaRPr lang="en-US" altLang="en-US" sz="1400"/>
          </a:p>
          <a:p>
            <a:r>
              <a:rPr lang="en-US" altLang="en-US" sz="1400"/>
              <a:t>/proc/ and /sys/ Linux kernel tomonidan foydalanilgan sistema va process fayllar</a:t>
            </a:r>
            <a:endParaRPr lang="en-US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42240" y="93980"/>
            <a:ext cx="1189736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kali-linux-core - Asosiy sistemaga kerakli bo’lgan dasturlar.</a:t>
            </a:r>
            <a:endParaRPr lang="en-US" altLang="en-US"/>
          </a:p>
          <a:p>
            <a:r>
              <a:rPr lang="en-US" altLang="en-US"/>
              <a:t>kali-linux-headless - Standart Kali Linux o’rnatish uchun command line dasturlar</a:t>
            </a:r>
            <a:endParaRPr lang="en-US" altLang="en-US"/>
          </a:p>
          <a:p>
            <a:r>
              <a:rPr lang="en-US" altLang="en-US"/>
              <a:t>kali-linux-default - Ham grafik ham command line o’rnatish</a:t>
            </a:r>
            <a:br>
              <a:rPr lang="en-US" altLang="en-US"/>
            </a:br>
            <a:r>
              <a:rPr lang="en-US" altLang="en-US"/>
              <a:t>kali-linux-large - Keng qamrovli dasturlar.</a:t>
            </a:r>
            <a:endParaRPr lang="en-US" altLang="en-US"/>
          </a:p>
          <a:p>
            <a:r>
              <a:rPr lang="en-US" altLang="en-US"/>
              <a:t>kali-linux-everything - Barcha dasturlar</a:t>
            </a:r>
            <a:endParaRPr lang="en-US" altLang="en-US"/>
          </a:p>
          <a:p>
            <a:r>
              <a:rPr lang="en-US" altLang="en-US"/>
              <a:t>kali-tools-top10 - top 10 dasturlar</a:t>
            </a:r>
            <a:endParaRPr lang="en-US" altLang="en-US"/>
          </a:p>
          <a:p>
            <a:r>
              <a:rPr lang="en-US" altLang="en-US"/>
              <a:t>kali-tools-web - Web app uchun dasturlar</a:t>
            </a:r>
            <a:br>
              <a:rPr lang="en-US" altLang="en-US"/>
            </a:br>
            <a:r>
              <a:rPr lang="en-US" altLang="en-US"/>
              <a:t>kali-tools-passwords - password ochish uchun dasturlar.</a:t>
            </a:r>
            <a:endParaRPr lang="en-US" altLang="en-US"/>
          </a:p>
          <a:p>
            <a:r>
              <a:rPr lang="en-US" altLang="en-US"/>
              <a:t>kali-tools-wireless -  802.11 kolleksiyasi, Bluetooth, RFID and SDR simsiz assessment va analiz dasturlar.</a:t>
            </a:r>
            <a:endParaRPr lang="en-US" altLang="en-US"/>
          </a:p>
          <a:p>
            <a:r>
              <a:rPr lang="en-US" altLang="en-US"/>
              <a:t>kali-tools-forensics - forensic tools (finding evidence of what happened).</a:t>
            </a:r>
            <a:endParaRPr lang="en-US" altLang="en-US"/>
          </a:p>
          <a:p>
            <a:r>
              <a:rPr lang="en-US" altLang="en-US"/>
              <a:t>kali-tools-802-11 - wireless assessment and analysis tools.</a:t>
            </a:r>
            <a:endParaRPr lang="en-US" altLang="en-US"/>
          </a:p>
          <a:p>
            <a:r>
              <a:rPr lang="en-US" altLang="en-US"/>
              <a:t>kali-tools-bluetooth - Bluetooth focused tools.</a:t>
            </a:r>
            <a:endParaRPr lang="en-US" altLang="en-US"/>
          </a:p>
          <a:p>
            <a:r>
              <a:rPr lang="en-US" altLang="en-US"/>
              <a:t>kali-tools-crypto-stego -: cryptography and steganography tools.</a:t>
            </a:r>
            <a:endParaRPr lang="en-US" altLang="en-US"/>
          </a:p>
          <a:p>
            <a:r>
              <a:rPr lang="en-US" altLang="en-US"/>
              <a:t>kali-tools-crypto-fuzzing - Taxmin qilish uchun kerakli dasturlar.</a:t>
            </a:r>
            <a:endParaRPr lang="en-US" altLang="en-US"/>
          </a:p>
          <a:p>
            <a:r>
              <a:rPr lang="en-US" altLang="en-US"/>
              <a:t>kali-tools-gpu - GPU-powered tools (tools making use of the computing power available in your graphical card).</a:t>
            </a:r>
            <a:endParaRPr lang="en-US" altLang="en-US"/>
          </a:p>
          <a:p>
            <a:r>
              <a:rPr lang="en-US" altLang="en-US"/>
              <a:t>kali-tools-hardware - tools designed to attacking hardware.</a:t>
            </a:r>
            <a:endParaRPr lang="en-US" altLang="en-US"/>
          </a:p>
          <a:p>
            <a:r>
              <a:rPr lang="en-US" altLang="en-US"/>
              <a:t>kali-tools-rfid - Radio Frequency IDentification (RFID) tools.</a:t>
            </a:r>
            <a:endParaRPr lang="en-US" altLang="en-US"/>
          </a:p>
          <a:p>
            <a:r>
              <a:rPr lang="en-US" altLang="en-US"/>
              <a:t>kali-tools-sdr - Software Defined Radio (SDR) tools.</a:t>
            </a:r>
            <a:endParaRPr lang="en-US" altLang="en-US"/>
          </a:p>
          <a:p>
            <a:r>
              <a:rPr lang="en-US" altLang="en-US"/>
              <a:t>kali-tools-voip - Voice Over IP tools.</a:t>
            </a:r>
            <a:endParaRPr lang="en-US" altLang="en-US"/>
          </a:p>
          <a:p>
            <a:r>
              <a:rPr lang="en-US" altLang="en-US"/>
              <a:t>kali-tools-windows-resources - Pre-compiled Microsoft Windows binaries.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2529</Words>
  <Application>WPS Presentation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Penterasting</cp:lastModifiedBy>
  <cp:revision>3</cp:revision>
  <dcterms:created xsi:type="dcterms:W3CDTF">2025-07-23T00:59:00Z</dcterms:created>
  <dcterms:modified xsi:type="dcterms:W3CDTF">2026-01-11T14:54:43Z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8220139059D34545B11290BAB3334E3F_11</vt:lpwstr>
  </property>
  <property fmtid="{D5CDD505-2E9C-101B-9397-08002B2CF9AE}" pid="3" name="KSOProductBuildVer">
    <vt:lpwstr>1033-12.2.0.23196</vt:lpwstr>
  </property>
</Properties>
</file>