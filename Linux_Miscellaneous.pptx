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99A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lsblk  ·  df  ·  du  ·  dmidecode  ·  uname  ·  free  ·  ps  ·  top  ·  ip  ·  ss  ·  find  ·  watch  ·  grep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Tizim Boshqaruvi  —  Amaliy Dars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Mavzular Ro'yxati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Disk &amp; Saqlash         lsblk, df, du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Hardware               dmidecode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Tizim Ma'lumotlari     uname, uptime, free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 Jarayonlar             ps, top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Tarmoq                 ip, 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 Fayl Qidiruv           find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⑦ Qo'shimcha Asboblar    watch, tee, xargs, grep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va Saqlash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lsblk  ·  df  ·  du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lsblk — Block Qurilmalar Ro'yxati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lsblk (list block devices) buyrug'i tizimga ulangan barcha disk, partition, USB va virtual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qurilmalarini daraxt ko'rinishida ko'rsatadi. mount qilish shart emas.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foydalanish: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8229600" cy="18745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92808"/>
            <a:ext cx="7900416" cy="18745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lsblk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MAJ:MIN RM  SIZE RO TYPE MOUNTPOINT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sda      8:0    0   50G  0 disk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├─sda1   8:1    0   49G  0 part 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└─sda2   8:2    0    1G  0 part [SWAP]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sdb      8:16   1   16G  0 disk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└─sdb1   8:17   1   16G  0 part /media/usb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sr0     11:0    1 1024M  0 rom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813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Ustunlar: NAME=qurilma nomi  RM=removable  RO=read-only  TYPE=disk|part|rom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lsblk — Foydali Opsiyalar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 : fayl tizimi turi va UUID ko'rsatish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12070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33856"/>
            <a:ext cx="7900416" cy="12070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lsblk -f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FSTYPE  LABEL  UUID                                  MOUNTPOINT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├─sda1 ext4           a1b2c3d4-e5f6-7890-abcd-ef1234567890  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└─sda2 swap           f6e5d4c3-b2a1-...                     [SWAP]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0487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kerakli ustunlarni tanlash (-o):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8229600" cy="12070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670048"/>
            <a:ext cx="7900416" cy="12070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lsblk -o NAME,SIZE,TYPE,FSTYPE,MOUNTPOINT,LABEL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SIZE TYPE FSTYPE MOUNTPOINT  LABEL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sda      50G disk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├─sda1   49G part ext4   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└─sda2    1G part swap   [SWAP]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50208"/>
            <a:ext cx="822960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-J          JSON formatida chiqarish (skriptlar uchun)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         ruxsatlar va egalik ma'lumotlari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         to'liq yo'l ko'rsatish (/dev/sda1 emas — /dev/sda1)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          topology: daraxt munosabatlarini aniqroq ko'rsatish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          daraxt emas, oddiy ro'yxat (list) ko'rinishida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— Disk Bo'sh Joyini Ko'rish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(disk free) har bir o'rnatilgan fayl tizimida qancha joy bor va qanchasi ishlatilganini ko'rsatadi.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-h  (human-readable: K/M/G/T formatida):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8229600" cy="129844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9344"/>
            <a:ext cx="7900416" cy="129844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      Size  Used Avail Use% Mounted 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/dev/sda1        49G   12G   35G  26% /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tmpfs           1.9G     0  1.9G   0% /dev/shm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/dev/sda1       100M   31M   70M  31% /boot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tmpfs           390M  1.2M  388M   1% /run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9008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Foydali variantlar: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246120"/>
            <a:ext cx="7900416" cy="91440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-hT            # fayl tizimi turi ham (ext4, tmpfs, xfs...)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-i             # inode ishlatilishi (fayllar soni limiti)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 /home       # faqat bitta mount point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 --total     # oxirida umumiy jami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3367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Eslatma:  df saqlash qurilmasining umumiy holini ko'rsatadi.  Aniq katalog hajmi uchun — du.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— Katalog va Fayl Hajmini Hisoblash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(disk usage) katalog ichidagi barcha fayllarni rekursiv o'qib, haqiqiy disk sarfini hisoblaydi.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misol — katalog jami hajmi: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3931920" cy="157276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9344"/>
            <a:ext cx="3602736" cy="157276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-sh /var/log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156M    /var/log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-sh /var/*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2.3G    /var/cache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156M    /var/log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48M    /var/lib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3441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katta kataloglar — top 10: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09344"/>
            <a:ext cx="4114800" cy="157276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609344"/>
            <a:ext cx="3785616" cy="157276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-sh /* 2&gt;/dev/null \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sort -rh \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head -10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8.4G  /usr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3.1G  /var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1.2G  /home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512M  /lib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Chuqurlik chegaralash (--max-depth):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9584"/>
            <a:ext cx="8229600" cy="77724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529584"/>
            <a:ext cx="7900416" cy="77724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-h --max-depth=2 /var        # 2 darajagacha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-ah /home/user               # barcha fayllar alohida-alohida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-ch /var/log/*.log           # faqat .log fayllar + jami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vs df:   df = fayl tizimining umumiy sarfi  |  du = konkret katalog ichidagi haqiqiy sarfi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Ma'lumotlari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dmidecode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dmidecode — BIOS / SMBIOS Ma'lumotlari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dmidecode DMI (Desktop Management Interface) ma'lumotlar bazasini o'qib, apparat haqida to'liq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beradi.  Root huquqi kerak.  Haqiqiy apparat o'qiladi — lshw/lscpu dan farqli o'laroq.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934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ko'p ishlatiladigan turlar (-t type):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3192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Ma'lumot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Buyruq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BIOS versiyasi va sanasi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dmidecode -t 0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Tizim — ishlab chiqaruvchi, model, serial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dmidecode -t 1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Processor (CPU modeli, yadro soni, tezligi)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dmidecode -t 4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Jismoniy xotira qurilmasi (RAM slots)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dmidecode -t 16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 bir RAM modul — hajm, tezlik, tur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sudo dmidecode -t 17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dmidecode — Amaliy Misollar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ma'lumotlari (har bir modul):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100584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33856"/>
            <a:ext cx="7900416" cy="100584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dmidecode -t 17 | grep -E 'Size|Speed|Type:|Manufacturer'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Size: 8192 MB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Type: DDR4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Speed: 2400 MT/s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Manufacturer: Samsung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22199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ma'lumotlari: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229600" cy="91440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87168"/>
            <a:ext cx="7900416" cy="91440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dmidecode -t 4 | grep -E 'Version|Core Count|Current Speed'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Version: Intel(R) Core(TM) i7-8750H CPU @ 2.20GHz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Core Count: 6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Current Speed: 2200 MHz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versiyasi va sanasi: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30752"/>
            <a:ext cx="8229600" cy="7315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730752"/>
            <a:ext cx="7900416" cy="7315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dmidecode -t 0 | grep -E 'Version|Release Date'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Version: F.75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Release Date: 11/02/2022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Ma'lumotlari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 ·  uptime  ·  free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— Kernel va Arxitektura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-a   (barcha ma'lumotlar bir satrda):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8229600" cy="91440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33856"/>
            <a:ext cx="7900416" cy="91440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server01 5.15.0-76-generic #83-Ubuntu SMP Fri Jun 23 x86_64 GNU/Linux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|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└── build raqami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3055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Alohida flaglar: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86584"/>
            <a:ext cx="8229600" cy="9601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86584"/>
            <a:ext cx="7900416" cy="9601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-r          # kernel versiyasi: 5.15.0-76-generic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-m          # arxitektura: x86_64  (yoki aarch64, armv7l)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-s          # OS nomi: Linux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-n          # hostname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versiyasi — /etc/os-release va hostnamectl: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85032"/>
            <a:ext cx="8229600" cy="11887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685032"/>
            <a:ext cx="7900416" cy="11887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/etc/os-release | grep -E '^(NAME|VERSION)='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NAME="Ubuntu"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VERSION="22.04.3 LTS (Jammy Jellyfish)"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hostnamectl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Static hostname: server01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Icon name: computer-server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Operating System: Ubuntu 22.04.3 LTS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Kernel: Linux 5.15.0-76-generic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· w · who — Tizim va Sessiya Holati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— tizim qancha vaqt ishladi, load average: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24712"/>
            <a:ext cx="8229600" cy="7498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24712"/>
            <a:ext cx="7900416" cy="7498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uptime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14:32:11 up 12 days,  3:21,  2 users,  load average: 0.42, 0.38, 0.35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                                     1min  5min  15min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— kim ulangan va nima qilayapti: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03704"/>
            <a:ext cx="8229600" cy="105156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03704"/>
            <a:ext cx="7900416" cy="105156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14:32:11 up 12 days,  2 users,  load average: 0.42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   TTY      FROM             LOGIN@   IDLE JCPU   PCPU  WHAT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 pts/0    192.168.1.5      14:20    0.00s  0.12s  0.01s  bash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   pts/1    192.168.1.8      09:11   1:23m  0.04s  0.04s  tail -f app.log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va last — login tarixi: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93592"/>
            <a:ext cx="8229600" cy="7498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593592"/>
            <a:ext cx="7900416" cy="7498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who                   # hozir ulangan foydalanuvchilar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last | head -10       # oxirgi loginlar va logout vaqtlari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last reboot | head -5 # tizim qayta ishga tushirilgan vaqtlar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41655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average: 1 daqiqalik / 5 daqiqalik / 15 daqiqalik o'rtacha jarayon navbati.  CPU yadro sonidan oshsa — tiqilinch.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RAM va Swap Xotira Holati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joriy xotira holatini ko'rsatadi.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527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-h  (human-readable):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7900416" cy="9601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free -h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total        used        free      shared  buff/cache   available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Mem:           7.7Gi       2.1Gi       3.4Gi       127Mi       2.1Gi       5.2Gi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Swap:          2.0Gi          0B       2.0Gi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8229600" cy="1389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       — jismoniy RAM umumiy hajmi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         — hozir ishlatilayotgan xotira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        — hech narsa tegmagan sof bo'sh xotira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buff/cache    — kernel tomonidan keshga olingan (bo'shatilishi mumkin)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    — yangi dasturlar uchun HAQIQIY bo'sh joy (free + cache)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416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Real-vaqt kuzatish va skript uchun: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65836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4297680"/>
            <a:ext cx="7900416" cy="65836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free -h -s 2          # har 2 sekundda yangilash (Ctrl+C bilan to'xtatish)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free -m               # megabaytda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free -b | awk 'NR==2{printf "Used: %.1f%%\n", $3/$2*100}'  # foiz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 va CPU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 ·  top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— Jarayonlar Ro'yxati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(process status) tizimda ishlaydigan jarayonlar haqida ma'lumot beradi.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aux — barcha foydalanuvchilarning barcha jarayonlari: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8229600" cy="109728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36192"/>
            <a:ext cx="7900416" cy="109728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     PID %CPU %MEM    VSZ    RSS TTY   STAT START   TIME COMMAND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     1  0.0  0.1 168932  11288 ?     Ss   09:11   0:03 /sbin/init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      854  0.0  0.2 281104  18492 ?     Ss   09:11   0:00 /usr/sbin/sshd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www-data  1234  0.1  0.5 312456  44012 ?     S    09:15   0:12 apache2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Foydali kombinatsiyalar: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99232"/>
            <a:ext cx="8229600" cy="9601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999232"/>
            <a:ext cx="7900416" cy="9601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 | grep nginx            # nginx jarayonlarini qidirish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-ef --forest                # ota-bola (parent-child) ierarxiyasi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-p 1234 -o pid,ppid,cmd,%cpu,%mem   # bitta PID uchun batafsil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aux --sort=-%cpu | head -10 # CPU ko'p sarflayotgan top-10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82296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ustuni: S=uxlaydi  R=ishlaydi  Z=zombie  T=to'xtatilgan  s=session leader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VSZ = virtual xotira  |  RSS = haqiqiy RAM sarfi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— Real-vaqt Jarayon Monitoru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— tizim resurslarini real vaqtda ko'rsatadigan interaktiv vosita.  Har 3 sekundda yangilanadi.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ichida klaviatura tugmalari: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581912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94944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Tugma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Vazifasi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CPU sarfi bo'yicha tartiblash (standart)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RAM sarfi bo'yicha tartiblash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Jarayonni o'ldirish (PID so'raydi)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Jarayon ustunligini o'zgartirish (renice)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 bir CPU yadrosini alohida ko'rsatish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Chiqish</a:t>
                      </a:r>
                      <a:endParaRPr lang="en-US" sz="110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45643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 ichida bir marta o'qish (interaktiv emas):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712464"/>
            <a:ext cx="8229600" cy="9601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3712464"/>
            <a:ext cx="7900416" cy="9601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top -bn1 | head -20                    # bir iteratsiya, stdout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top -bn1 | grep 'Cpu\|Mem'            # faqat CPU va RAM satrlari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htop — top'ning qulay alternativi (sudo apt install htop)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htop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 ·  ss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va ss — Tarmoq Interfeyslari va Portlar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 show — IP manzillar: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91440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15568"/>
            <a:ext cx="7900416" cy="91440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ip addr show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 eth0: &lt;BROADCAST,MULTICAST,UP,LOWER_UP&gt; mtu 1500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link/ether 00:11:22:33:44:55 brd ff:ff:ff:ff:ff:ff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inet 192.168.1.10/24 brd 192.168.1.255 scope global eth0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route show — marshrutlash jadvali: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8229600" cy="7498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50008"/>
            <a:ext cx="7900416" cy="7498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ip route show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via 192.168.1.1 dev eth0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192.168.1.0/24 dev eth0 proto kernel scope link src 192.168.1.10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-tulpn — tinglayotgan portlar (netstat o'rniga):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429000"/>
            <a:ext cx="7900416" cy="109728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 -tulpn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Netid  State   Recv-Q  Send-Q   Local Address:Port   Process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   LISTEN  0       128      0.0.0.0:22            users:(("sshd",pid=854))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   LISTEN  0       511      0.0.0.0:80            users:(("apache2",pid=1234))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   LISTEN  0       70       127.0.0.1:3306        users:(("mysqld",pid=2001))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5994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-s   qisqacha statistika  |  ss -tn   TCP ulanishlar holati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Qidiruv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Fayllarni Qidirish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rekursiv ravishda fayl tizimida qidiradi.  Shart (-name, -type, -size, -mtime...) bo'yicha filtrlaydi.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va kengaytma bo'yicha: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91056"/>
            <a:ext cx="8229600" cy="7498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91056"/>
            <a:ext cx="7900416" cy="7498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/var/log -name "*.log"             # barcha .log fayllar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/etc -name "*.conf" -type f        # faqat fayllar (papka emas)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/home -iname "readme*"             # katta-kichik harf farqsiz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Hajm va vaqt bo'yicha: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8229600" cy="9601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670048"/>
            <a:ext cx="7900416" cy="9601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/var -size +50M                    # 50 MB dan katta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 -size +100M -size -1G            # 100MB-1GB oralig'i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/home -mtime -7                    # oxirgi 7 kun ichida o'zgargan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/tmp -atime +30                    # 30 kundan beri ochilmagan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71246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+ exec — topilgan fayllarda buyruq bajarish: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8229600" cy="56692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959352"/>
            <a:ext cx="7900416" cy="56692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/tmp -type f -name "*.tmp" -exec rm {} \;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/var/log -name "*.log" -size +100M -exec gzip {} \;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— Kuchli Kombinatsiyalar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SUID/SGID fayllar — xavfsizlik tekshiruvi: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24712"/>
            <a:ext cx="8229600" cy="576072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24712"/>
            <a:ext cx="7900416" cy="57607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 -perm -u=s -type f 2&gt;/dev/null   # SUID biti o'rnatilgan fayllar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 -perm -g=s -type f 2&gt;/dev/null   # SGID biti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Chuqurlik chegaralash: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576072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29968"/>
            <a:ext cx="7900416" cy="57607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/etc -maxdepth 1 -type f           # faqat to'g'ridan to'g'ri fayllar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 -mindepth 3 -maxdepth 5 -name "*.key"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 NOT mantiqiy operatorlar: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8229600" cy="7498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935224"/>
            <a:ext cx="7900416" cy="7498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/var -name "*.log" -o -name "*.txt"   # .log YOKI .txt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/etc ! -name "*.conf"                 # .conf bo'lmaganlar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. -type f \( -name "*.sh" -o -name "*.py" \) -executable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Topilgan fayllarni boshqa buyruqqa uzatish (xargs bilan):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76072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023360"/>
            <a:ext cx="7900416" cy="576072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/var/log -name "*.log" -print0 | xargs -0 grep -l "ERROR"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. -name "*.py" | xargs wc -l | sort -rn | head -10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Qo'shimcha Foydali Buyruqlar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·  tee  ·  xargs  ·  grep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tee · xargs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— buyruqni takror-takror bajarish (real-vaqt kuzatish):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7498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15568"/>
            <a:ext cx="7900416" cy="7498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watch -n 2 'df -h'              # har 2 sekundda df -h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watch -n 1 'ps aux | grep nginx'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watch -d -n 3 'free -h'         # -d o'zgargan qatorlarni ajratib ko'rsatadi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— stdout ni ham ekranga, ham faylga bir vaqtda yozish: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749808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94560"/>
            <a:ext cx="7900416" cy="749808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 | tee disk_report.txt             # ko'rsatadi + saqlaydi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 | tee -a disk_report.txt          # -a : faylga qo'shib yozadi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upgrade 2&gt;&amp;1 | tee upgrade.log # stderr ham qo'shib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2666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xargs — stdin dan argument yaratib buyruqqa uzatish: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8229600" cy="9601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273552"/>
            <a:ext cx="7900416" cy="9601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'sda sdb sdc' | xargs -n1 lsblk   # har bir argument alohida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pids.txt | xargs kill -9            # fayl ichidagi PID larni o'ldirish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*.log | xargs -P4 gzip               # 4 parallel jarayonda siqish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find . -name '*.bak' | xargs rm -v      # find natijasini rm ga uzatish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xargs -0 va find -print0 birgalikda ishlatiladi — fayl nomlarida bo'shliq bo'lsa ham xavfsiz.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va Pipe — Kuchli Kombinatsiyalar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— satrlarni filtrlash: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9601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15568"/>
            <a:ext cx="7900416" cy="9601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-r "error" /var/log/              # rekursiv qidirish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-i "failed" /var/log/auth.log     # -i: katta-kichik farqsiz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-v "^#" /etc/ssh/sshd_config      # -v: mos kelmaydiganlar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-n "PermitRoot" /etc/sshd_config  # -n: qator raqami bilan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579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pipe kombinatsiyalari: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1874520"/>
          </a:xfrm>
          <a:prstGeom prst="rect">
            <a:avLst/>
          </a:prstGeom>
          <a:solidFill>
            <a:srgbClr val="F2F3F4"/>
          </a:solidFill>
          <a:ln w="9525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404872"/>
            <a:ext cx="7900416" cy="187452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Eng ko'p xato qaydlarini topish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-i 'error\|fail' /var/log/syslog | tail -20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Biror portga ulanishlar soni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 -tn | grep ':80' | awk '{print $5}' | cut -d: -f1 \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sort | uniq -c | sort -rn | head -10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Tizimda kim root bilan kirishga uringan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'Failed password for root' /var/log/auth.log \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awk '{print $11}' | sort | uniq -c | sort -rn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352544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 '{print $N}' N-ustunni oladi  |  cut -d: -f1  ikki nuqta ajratuvchi, 1-maydon  |  uniq -c  takrorlanish soni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 — Buyruqlar Tezkor Ma'lumotnomasi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286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  <a:gridCol w="32004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Buyruq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Asosiy vazifasi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 foydali flag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lsblk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 qurilmalar ro'yxati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-f  -o  -J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Disk bo'sh joyi (mount pointlar)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-h  -hT  -i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Katalog hajmi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-sh  --max-depth  -ah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dmidecode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BIOS/RAM/CPU apparat ma'lumoti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-t 4/17/0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uname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Kernel versiyasi va arxitektura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-r  -m  -a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uptime/w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Tizim ish vaqti, ulanishlar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-p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free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RAM va Swap holati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-h  -s N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Jarayonlar ro'yxati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aux  --forest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Real-vaqt jarayon monitoru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-bn1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ip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Tarmoq interfeyslari va marshrutlash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  route  link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Portlar va socketlar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-tulpn  -s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Rekursiv fayl qidirish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-name  -size  -mtime  -exec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watch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Buyruqni takrorli bajarish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 N  -d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tee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stdout → ekran + fayl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-a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xargs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stdin dan argument yasash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  -P  -0</a:t>
                      </a:r>
                      <a:endParaRPr lang="en-US" sz="950" dirty="0">
                        <a:latin typeface="Consolas" pitchFamily="34" charset="0"/>
                        <a:ea typeface="Consolas" pitchFamily="34" charset="0"/>
                        <a:cs typeface="Consolas" pitchFamily="34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13070</Words>
  <Application>WPS Presentation</Application>
  <PresentationFormat>On-screen Show (16:9)</PresentationFormat>
  <Paragraphs>563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Consolas</vt:lpstr>
      <vt:lpstr>Consolas</vt:lpstr>
      <vt:lpstr>Consolas</vt:lpstr>
      <vt:lpstr>Quicksand Light</vt:lpstr>
      <vt:lpstr>Microsoft YaHei</vt:lpstr>
      <vt:lpstr>Droid Sans Fallback</vt:lpstr>
      <vt:lpstr>Arial Unicode MS</vt:lpstr>
      <vt:lpstr>Carlito</vt:lpstr>
      <vt:lpstr>FiraCode Nerd Font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Miscellaneous</dc:title>
  <dc:creator>PptxGenJS</dc:creator>
  <dc:subject>PptxGenJS Presentation</dc:subject>
  <cp:lastModifiedBy>lobo</cp:lastModifiedBy>
  <cp:revision>2</cp:revision>
  <dcterms:created xsi:type="dcterms:W3CDTF">2026-05-22T03:27:22Z</dcterms:created>
  <dcterms:modified xsi:type="dcterms:W3CDTF">2026-05-22T03:27:22Z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