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vecteezy_computer-illustration-design_347938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020" y="3249295"/>
            <a:ext cx="1144905" cy="114490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85825" y="984885"/>
            <a:ext cx="6735445" cy="5805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9" name="Picture 8" descr="icons8-wifi-router-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185" y="62865"/>
            <a:ext cx="720090" cy="713740"/>
          </a:xfrm>
          <a:prstGeom prst="rect">
            <a:avLst/>
          </a:prstGeom>
        </p:spPr>
      </p:pic>
      <p:cxnSp>
        <p:nvCxnSpPr>
          <p:cNvPr id="10" name="Straight Connector 9"/>
          <p:cNvCxnSpPr>
            <a:stCxn id="9" idx="2"/>
            <a:endCxn id="6" idx="0"/>
          </p:cNvCxnSpPr>
          <p:nvPr/>
        </p:nvCxnSpPr>
        <p:spPr>
          <a:xfrm>
            <a:off x="4253230" y="776605"/>
            <a:ext cx="635" cy="208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553835" y="3056890"/>
            <a:ext cx="552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/>
              <a:t>Lab</a:t>
            </a:r>
            <a:endParaRPr lang="en-US" altLang="en-US" sz="1400"/>
          </a:p>
        </p:txBody>
      </p:sp>
      <p:pic>
        <p:nvPicPr>
          <p:cNvPr id="12" name="Picture 11" descr="vecteezy_computer-illustration-design_347938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3230" y="4394200"/>
            <a:ext cx="980440" cy="98044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344670" y="4351655"/>
            <a:ext cx="622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/>
              <a:t>Siz</a:t>
            </a:r>
            <a:endParaRPr lang="en-US" altLang="en-US" sz="140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306060" y="4234180"/>
            <a:ext cx="863600" cy="5422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 rot="19620000">
            <a:off x="5248275" y="4248785"/>
            <a:ext cx="9296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Bridged</a:t>
            </a:r>
            <a:endParaRPr lang="en-US" altLang="en-US" sz="1000"/>
          </a:p>
        </p:txBody>
      </p:sp>
      <p:sp>
        <p:nvSpPr>
          <p:cNvPr id="16" name="Text Box 15"/>
          <p:cNvSpPr txBox="1"/>
          <p:nvPr/>
        </p:nvSpPr>
        <p:spPr>
          <a:xfrm>
            <a:off x="6360160" y="4164330"/>
            <a:ext cx="11677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900"/>
              <a:t>192.168.60.</a:t>
            </a:r>
            <a:r>
              <a:rPr lang="" altLang="en-US" sz="900"/>
              <a:t>90</a:t>
            </a:r>
            <a:endParaRPr lang="" altLang="en-US" sz="900"/>
          </a:p>
        </p:txBody>
      </p:sp>
      <p:sp>
        <p:nvSpPr>
          <p:cNvPr id="17" name="Text Box 16"/>
          <p:cNvSpPr txBox="1"/>
          <p:nvPr/>
        </p:nvSpPr>
        <p:spPr>
          <a:xfrm>
            <a:off x="4006850" y="5238750"/>
            <a:ext cx="12992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900"/>
              <a:t>192.168.60.15</a:t>
            </a:r>
            <a:endParaRPr lang="en-US" altLang="en-US" sz="900"/>
          </a:p>
        </p:txBody>
      </p:sp>
      <p:sp>
        <p:nvSpPr>
          <p:cNvPr id="18" name="Text Box 17"/>
          <p:cNvSpPr txBox="1"/>
          <p:nvPr/>
        </p:nvSpPr>
        <p:spPr>
          <a:xfrm>
            <a:off x="3842385" y="1059815"/>
            <a:ext cx="7702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WiFi LAN</a:t>
            </a:r>
            <a:endParaRPr lang="en-US" altLang="en-US" sz="1000"/>
          </a:p>
        </p:txBody>
      </p:sp>
      <p:pic>
        <p:nvPicPr>
          <p:cNvPr id="19" name="Picture 18" descr="vecteezy_computer-illustration-design_347938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095" y="1640840"/>
            <a:ext cx="907415" cy="907415"/>
          </a:xfrm>
          <a:prstGeom prst="rect">
            <a:avLst/>
          </a:prstGeom>
        </p:spPr>
      </p:pic>
      <p:pic>
        <p:nvPicPr>
          <p:cNvPr id="20" name="Picture 19" descr="vecteezy_computer-illustration-design_347938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445" y="2677795"/>
            <a:ext cx="882650" cy="882650"/>
          </a:xfrm>
          <a:prstGeom prst="rect">
            <a:avLst/>
          </a:prstGeom>
        </p:spPr>
      </p:pic>
      <p:pic>
        <p:nvPicPr>
          <p:cNvPr id="22" name="Picture 21" descr="icons8-laptop-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885" y="2966720"/>
            <a:ext cx="720090" cy="720090"/>
          </a:xfrm>
          <a:prstGeom prst="rect">
            <a:avLst/>
          </a:prstGeom>
        </p:spPr>
      </p:pic>
      <p:pic>
        <p:nvPicPr>
          <p:cNvPr id="23" name="Picture 22" descr="icons8-cell-phone-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510" y="2415540"/>
            <a:ext cx="468630" cy="468630"/>
          </a:xfrm>
          <a:prstGeom prst="rect">
            <a:avLst/>
          </a:prstGeom>
        </p:spPr>
      </p:pic>
      <p:sp>
        <p:nvSpPr>
          <p:cNvPr id="24" name="Text Box 23"/>
          <p:cNvSpPr txBox="1"/>
          <p:nvPr/>
        </p:nvSpPr>
        <p:spPr>
          <a:xfrm>
            <a:off x="1400175" y="3683635"/>
            <a:ext cx="16033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200"/>
              <a:t>Boshqalar</a:t>
            </a:r>
            <a:endParaRPr lang="en-US" altLang="en-US" sz="1200"/>
          </a:p>
        </p:txBody>
      </p:sp>
      <p:sp>
        <p:nvSpPr>
          <p:cNvPr id="25" name="Oval 24"/>
          <p:cNvSpPr/>
          <p:nvPr/>
        </p:nvSpPr>
        <p:spPr>
          <a:xfrm>
            <a:off x="8284845" y="1385570"/>
            <a:ext cx="1720850" cy="14605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8215630" y="1059815"/>
            <a:ext cx="2047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/>
              <a:t>Virtualbox - Host Only</a:t>
            </a:r>
            <a:endParaRPr lang="en-US" altLang="en-US" sz="1200"/>
          </a:p>
        </p:txBody>
      </p:sp>
      <p:sp>
        <p:nvSpPr>
          <p:cNvPr id="27" name="Text Box 26"/>
          <p:cNvSpPr txBox="1"/>
          <p:nvPr/>
        </p:nvSpPr>
        <p:spPr>
          <a:xfrm>
            <a:off x="8565515" y="1586865"/>
            <a:ext cx="13487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192.168.56.0/24</a:t>
            </a:r>
            <a:endParaRPr lang="en-US" altLang="en-US" sz="1000"/>
          </a:p>
          <a:p>
            <a:r>
              <a:rPr lang="en-US" altLang="en-US" sz="1000"/>
              <a:t>192.168.56.1</a:t>
            </a:r>
            <a:endParaRPr lang="en-US" altLang="en-US" sz="1000"/>
          </a:p>
          <a:p>
            <a:r>
              <a:rPr lang="en-US" altLang="en-US" sz="1000"/>
              <a:t>192.168.56.2</a:t>
            </a:r>
            <a:endParaRPr lang="en-US" altLang="en-US" sz="1000"/>
          </a:p>
          <a:p>
            <a:r>
              <a:rPr lang="en-US" altLang="en-US" sz="1000"/>
              <a:t>192.168.56.??</a:t>
            </a:r>
            <a:endParaRPr lang="en-US" altLang="en-US" sz="1000"/>
          </a:p>
          <a:p>
            <a:r>
              <a:rPr lang="en-US" altLang="en-US" sz="1000"/>
              <a:t>192.168.56.??</a:t>
            </a:r>
            <a:br>
              <a:rPr lang="en-US" altLang="en-US" sz="1000"/>
            </a:br>
            <a:r>
              <a:rPr lang="en-US" altLang="en-US" sz="1000"/>
              <a:t>...</a:t>
            </a:r>
            <a:endParaRPr lang="en-US" altLang="en-US" sz="100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649210" y="2639060"/>
            <a:ext cx="756920" cy="7645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10395" y="3121660"/>
            <a:ext cx="1540510" cy="1137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9811385" y="2846070"/>
            <a:ext cx="938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/>
              <a:t>Localhost</a:t>
            </a:r>
            <a:endParaRPr lang="en-US" altLang="en-US" sz="120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7706995" y="3765550"/>
            <a:ext cx="1751330" cy="16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9721850" y="3336925"/>
            <a:ext cx="12166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127.0.0.1:80</a:t>
            </a:r>
            <a:endParaRPr lang="en-US" altLang="en-US" sz="1000"/>
          </a:p>
          <a:p>
            <a:r>
              <a:rPr lang="en-US" altLang="en-US" sz="1000"/>
              <a:t>127.0.0.1:3000</a:t>
            </a:r>
            <a:endParaRPr lang="en-US" altLang="en-US" sz="1000"/>
          </a:p>
          <a:p>
            <a:r>
              <a:rPr lang="en-US" altLang="en-US" sz="1000"/>
              <a:t>127.0.0.1:8080</a:t>
            </a:r>
            <a:endParaRPr lang="en-US" altLang="en-US" sz="1000"/>
          </a:p>
          <a:p>
            <a:r>
              <a:rPr lang="en-US" altLang="en-US" sz="1000"/>
              <a:t>...</a:t>
            </a:r>
            <a:endParaRPr lang="en-US" altLang="en-US" sz="1000"/>
          </a:p>
        </p:txBody>
      </p:sp>
      <p:sp>
        <p:nvSpPr>
          <p:cNvPr id="33" name="Oval 32"/>
          <p:cNvSpPr/>
          <p:nvPr/>
        </p:nvSpPr>
        <p:spPr>
          <a:xfrm>
            <a:off x="9029065" y="4776470"/>
            <a:ext cx="1416050" cy="12858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Text Box 33"/>
          <p:cNvSpPr txBox="1"/>
          <p:nvPr/>
        </p:nvSpPr>
        <p:spPr>
          <a:xfrm>
            <a:off x="9347835" y="4500880"/>
            <a:ext cx="7391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/>
              <a:t>Docker</a:t>
            </a:r>
            <a:endParaRPr lang="en-US" altLang="en-US" sz="1200"/>
          </a:p>
        </p:txBody>
      </p:sp>
      <p:sp>
        <p:nvSpPr>
          <p:cNvPr id="35" name="Text Box 34"/>
          <p:cNvSpPr txBox="1"/>
          <p:nvPr/>
        </p:nvSpPr>
        <p:spPr>
          <a:xfrm>
            <a:off x="9228455" y="5022215"/>
            <a:ext cx="121666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172.17.0.1/24</a:t>
            </a:r>
            <a:endParaRPr lang="en-US" altLang="en-US" sz="1000"/>
          </a:p>
          <a:p>
            <a:r>
              <a:rPr lang="en-US" altLang="en-US" sz="1000"/>
              <a:t>172.17.0.2</a:t>
            </a:r>
            <a:endParaRPr lang="en-US" altLang="en-US" sz="1000"/>
          </a:p>
          <a:p>
            <a:r>
              <a:rPr lang="en-US" altLang="en-US" sz="1000"/>
              <a:t>172.17.0.??</a:t>
            </a:r>
            <a:endParaRPr lang="en-US" altLang="en-US" sz="1000"/>
          </a:p>
          <a:p>
            <a:r>
              <a:rPr lang="en-US" altLang="en-US" sz="1000"/>
              <a:t>172.17.0.??</a:t>
            </a:r>
            <a:endParaRPr lang="en-US" altLang="en-US" sz="1000"/>
          </a:p>
          <a:p>
            <a:r>
              <a:rPr lang="en-US" altLang="en-US" sz="1000"/>
              <a:t>...</a:t>
            </a:r>
            <a:endParaRPr lang="en-US" altLang="en-US" sz="100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641590" y="4258945"/>
            <a:ext cx="1323340" cy="9372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5864860" y="2704465"/>
            <a:ext cx="452755" cy="6743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 Box 42"/>
          <p:cNvSpPr txBox="1"/>
          <p:nvPr/>
        </p:nvSpPr>
        <p:spPr>
          <a:xfrm>
            <a:off x="4967605" y="2202815"/>
            <a:ext cx="1447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192.168.60.12:80</a:t>
            </a:r>
            <a:endParaRPr lang="en-US" altLang="en-US" sz="1000"/>
          </a:p>
          <a:p>
            <a:r>
              <a:rPr lang="en-US" altLang="en-US" sz="1000"/>
              <a:t>192.168.60.12:22</a:t>
            </a:r>
            <a:endParaRPr lang="en-US" altLang="en-US" sz="1000"/>
          </a:p>
        </p:txBody>
      </p:sp>
      <p:sp>
        <p:nvSpPr>
          <p:cNvPr id="44" name="Text Box 43"/>
          <p:cNvSpPr txBox="1"/>
          <p:nvPr/>
        </p:nvSpPr>
        <p:spPr>
          <a:xfrm>
            <a:off x="5233670" y="1927225"/>
            <a:ext cx="518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/>
              <a:t>LAN</a:t>
            </a:r>
            <a:endParaRPr lang="en-US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WPS Presentation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DejaVu Sans</vt:lpstr>
      <vt:lpstr>微软雅黑</vt:lpstr>
      <vt:lpstr>Droid Sans Fallback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lobo</dc:creator>
  <cp:lastModifiedBy>lobo</cp:lastModifiedBy>
  <cp:revision>2</cp:revision>
  <dcterms:created xsi:type="dcterms:W3CDTF">2026-07-03T14:51:47Z</dcterms:created>
  <dcterms:modified xsi:type="dcterms:W3CDTF">2026-07-03T14:51:47Z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