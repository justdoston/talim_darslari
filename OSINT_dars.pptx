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331720"/>
            <a:ext cx="201168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KIBERXAVFSIZLIK KURSI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25146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OSINT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Ochiq manbalar razvedkasi (Open Source Intelligence)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soatlik amaliy dars   •   Nazariya + Amaliyot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966960" y="1097280"/>
            <a:ext cx="914400" cy="45720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66960" y="1097280"/>
            <a:ext cx="-274320" cy="109728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0" y="1554480"/>
            <a:ext cx="365760" cy="82296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81360" y="1554480"/>
            <a:ext cx="-365760" cy="146304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92640" y="2194560"/>
            <a:ext cx="822960" cy="82296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47120" y="2377440"/>
            <a:ext cx="-731520" cy="64008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104241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26496" y="149961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637776" y="213969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92256" y="232257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0460736" y="296265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6263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O'qituvchi: __________________        Sana: __________________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 REJASI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Bugungi dars tuzilishi — 90 daqiqa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713232"/>
          </a:xfrm>
          <a:prstGeom prst="rect">
            <a:avLst/>
          </a:prstGeom>
          <a:solidFill>
            <a:srgbClr val="EAEAEA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7452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94767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Kirish va OSINT asoslari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34440" y="22402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Ta'rif, tarix, qo'llanilish sohalari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0" y="187452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42616"/>
            <a:ext cx="11064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42616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34440" y="271576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sikli va metodologiya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234440" y="300837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→ Collection → Processing → Analysis → Dissemination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0" y="2642616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410712"/>
            <a:ext cx="11064240" cy="713232"/>
          </a:xfrm>
          <a:prstGeom prst="rect">
            <a:avLst/>
          </a:prstGeom>
          <a:solidFill>
            <a:srgbClr val="EAEAEA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410712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34440" y="348386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Huquqiy va etik chegaralar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234440" y="377647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Qonun, maxfiylik, ruxsat etilgan doira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058400" y="3410712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daq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178808"/>
            <a:ext cx="11064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178808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34440" y="42519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 turlari va bepul vositalar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34440" y="454456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Dorking, ijtimoiy tarmoqlar, domen/IP, rasm-geolokatsiya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058400" y="417880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daq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946904"/>
            <a:ext cx="11064240" cy="713232"/>
          </a:xfrm>
          <a:prstGeom prst="rect">
            <a:avLst/>
          </a:prstGeom>
          <a:solidFill>
            <a:srgbClr val="000000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946904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234440" y="502005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 MASHG'ULOTLAR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234440" y="531266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 amaliy stansiya — real vositalar bilan ishlash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058400" y="4946904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daq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715000"/>
            <a:ext cx="11064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71500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234440" y="578815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Xulosa, Q&amp;A, uyga vazifa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234440" y="60807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Natijalarni muhokama qilish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058400" y="571500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daq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asoslari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1-QISM · NAZARIYA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OSINT nima?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309360" cy="18288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(Open Source Intelligence) — 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ommaviy va qonuniy ravishda ochiq bo'lgan manbalardan ma'lumot to'plash, tahlil qilish va foydali xulosaga aylantirish jarayoni.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223760" y="187452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"Maxfiy bo'lmagan ma'lumot — bu ham razvedka manbai, agar uni to'g'ri to'plab, tahlil qilsangiz."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384048" cy="3840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3922776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Ochiq manba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15568" y="4233672"/>
            <a:ext cx="4828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kim qonuniy tarzda kira oladigan ma'lumot: veb-sayt, ijtimoiy tarmoq, davlat reestri, media.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384048" cy="3840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5020056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Faol emas, kuzatuvchi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568" y="5330952"/>
            <a:ext cx="4828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 tizimga kirmasdan, faqat mavjud ma'lumotni yig'ish (passive recon).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977640"/>
            <a:ext cx="384048" cy="3840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76288" y="3922776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Tahlil muhim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76288" y="4233672"/>
            <a:ext cx="4828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Xom ma'lumot emas — bog'liqliklarni topib, xulosa chiqarish qadriyat yaratadi.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5074920"/>
            <a:ext cx="384048" cy="3840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76288" y="5020056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Keng qo'llanilish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76288" y="5330952"/>
            <a:ext cx="4828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Kiberxavfsizlik, jurnalistika, huquqni muhofaza qilish, biznes tahlili, HR tekshiruvi.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asoslari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1-QISM · NAZARIYA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OSINT qayerda qo'llaniladi?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51760" cy="3977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Kiberxavfsizlik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338328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Pentesting oldidan razvedka, phishing kampaniyalarini aniqlash, tashkilot yuzasini (attack surface) xaritalash.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965960"/>
            <a:ext cx="2651760" cy="3977640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66160" y="2743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Jurnalistika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566160" y="338328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Tekshiruv jurnalistikasi, dezinformatsiyani fosh qilish, manbalarni tasdiqlash (Bellingcat modeli).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965960"/>
            <a:ext cx="2651760" cy="3977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55080" y="2743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Huquqni muhofaza qilish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55080" y="338328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Jinoyatlarni tergov qilish, yo'qolgan odamlarni qidirish, raqamli dalillarni to'plash.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15400" y="1965960"/>
            <a:ext cx="2651760" cy="3977640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0" y="2743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va HR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144000" y="338328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Raqobatchilar tahlili, hamkorlarni tekshirish (due diligence), nomzodlarni skrining qilish.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asoslari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2-QISM · NAZARIYA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OSINT sikli (Intelligence Cycle)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139696" cy="3383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37744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08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28803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324612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Maqsadni aniqlash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3657600"/>
            <a:ext cx="1810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 bilishimiz kerak? Qaysi savolga javob izlaymiz?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42616" y="3657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16352" y="2194560"/>
            <a:ext cx="2139696" cy="3383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2980944" y="237744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08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980944" y="28803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80944" y="324612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 yig'ish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80944" y="3657600"/>
            <a:ext cx="1810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Ochiq manbalardan xom ma'lumotlarni to'plash.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10328" y="3657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84064" y="2194560"/>
            <a:ext cx="2139696" cy="3383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5248656" y="237744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08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248656" y="28803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48656" y="324612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Qayta ishlash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48656" y="3657600"/>
            <a:ext cx="1810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Ma'lumotni saralash, dublikatlarni olib tashlash, tuzish.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78040" y="3657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51776" y="2194560"/>
            <a:ext cx="2139696" cy="3383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7516368" y="237744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08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516368" y="28803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16368" y="324612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Tahlil qilish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16368" y="3657600"/>
            <a:ext cx="1810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Bog'liqliklarni topish, xulosa va farazlarni shakllantirish.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445752" y="3657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619488" y="2194560"/>
            <a:ext cx="2139696" cy="3383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9784080" y="237744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08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784080" y="28803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Dissemination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784080" y="324612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Yetkazish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784080" y="3657600"/>
            <a:ext cx="1810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Natijani hisobot shaklida tegishli shaxsga taqdim etish.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jarayon doiraviy: tahlil natijasi ko'pincha yangi savollarni keltirib chiqaradi va sikl qaytadan boshlanadi.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metodologiyasi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3-QISM · NAZARIYA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Huquqiy va etik chegaralar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— kuchli vosita. Uni noto'g'ri qo'llash jinoiy javobgarlikka olib kelishi mumkin.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94960" cy="37490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514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RUXSAT ETILGAN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2971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Faqat ochiq, ommaviy manbalardan foydalanish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593592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359359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Yozma ruxsat asosida pentest/tekshiruv o'tkazish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215384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421538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Shaxsiy ma'lumotlarni faqat qonuniy maqsadda qayta ishlash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837176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483717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Manbalarni hujjatlashtirish va tekshirish (verifikatsiya)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331720"/>
            <a:ext cx="5394960" cy="3749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514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TAQIQLANGAN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29718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12280" y="2971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Parolni buzish yoki tizimga ruxsatsiz kirish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3593592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12280" y="359359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Ijtimoiy muhandislik orqali firibgarlik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4215384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12280" y="421538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Shaxsiy hayotga aralashish, ta'qib qilish (stalking)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4837176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12280" y="483717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Noto'g'ri/tekshirilmagan ma'lumotni tarqatish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Huquq va etika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4-QISM · NAZARIYA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manba toifalari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57600" cy="2148840"/>
          </a:xfrm>
          <a:prstGeom prst="rect">
            <a:avLst/>
          </a:prstGeom>
          <a:solidFill>
            <a:srgbClr val="EAEAEA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3657600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Ijtimoiy tarmoqlar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Facebook, Instagram, LinkedIn, Telegram — profil, aloqalar, joylashuv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657600" cy="2148840"/>
          </a:xfrm>
          <a:prstGeom prst="rect">
            <a:avLst/>
          </a:prstGeom>
          <a:solidFill>
            <a:srgbClr val="EAEAEA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920240"/>
            <a:ext cx="3657600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148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Domen va IP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6517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WHOIS, DNS yozuvlari, subdomenlar, sertifikatlar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657600" cy="2148840"/>
          </a:xfrm>
          <a:prstGeom prst="rect">
            <a:avLst/>
          </a:prstGeom>
          <a:solidFill>
            <a:srgbClr val="EAEAEA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920240"/>
            <a:ext cx="3657600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2148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 va geolokatsiya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66760" y="26517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 metama'lumot, teskari qidiruv, fon elementlari orqali joy aniqlash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3657600" cy="2148840"/>
          </a:xfrm>
          <a:prstGeom prst="rect">
            <a:avLst/>
          </a:prstGeom>
          <a:solidFill>
            <a:srgbClr val="EAEAEA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251960"/>
            <a:ext cx="3657600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480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 va arxiv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9834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metadata, Wayback Machine, davlat reestrlari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4251960"/>
            <a:ext cx="3657600" cy="2148840"/>
          </a:xfrm>
          <a:prstGeom prst="rect">
            <a:avLst/>
          </a:prstGeom>
          <a:solidFill>
            <a:srgbClr val="EAEAEA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43400" y="4251960"/>
            <a:ext cx="3657600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4480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Qidiruv operatorlari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49834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Dorking, maxsus qidiruv sintaksisi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4251960"/>
            <a:ext cx="3657600" cy="2148840"/>
          </a:xfrm>
          <a:prstGeom prst="rect">
            <a:avLst/>
          </a:prstGeom>
          <a:solidFill>
            <a:srgbClr val="EAEAEA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4251960"/>
            <a:ext cx="3657600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8366760" y="4480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va tarmoq qurilmalari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66760" y="49834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Shodan, Censys orqali ochiq portlar va qurilmalar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 toifalari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4-QISM · NAZARIYA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Dorking — qidiruv operatorlari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qidiruv tizimining ilg'or operatorlari yordamida maxsus, ko'pincha yashirin ma'lumotlarni topish mumkin.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9144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591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7066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faqat berilgan domen ichida qidiradi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560320" y="23591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site:example.com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2286000"/>
            <a:ext cx="5394960" cy="9144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23591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filetype: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55080" y="27066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berilgan fayl turini qidiradi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183880" y="23591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filetype:pdf confidential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5394960" cy="9144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107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intitle: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37581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sahifa sarlavhasida so'z qidiradi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60320" y="34107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intitle:"index of"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3337560"/>
            <a:ext cx="5394960" cy="9144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34107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inurl: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37581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manzilida so'z qidiradi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183880" y="34107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inurl:admin login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5394960" cy="9144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"..."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1520" y="48097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 iborani qidiradi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60320" y="4462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"internal use only"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4389120"/>
            <a:ext cx="5394960" cy="9144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-so'z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55080" y="48097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berilgan so'zni chiqarib tashlaydi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183880" y="4462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site:example.com -www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Dorking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4-QISM · BEPUL VOSITALAR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OSINT uchun bepul vositalar (1/2)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932688"/>
          </a:xfrm>
          <a:prstGeom prst="rect">
            <a:avLst/>
          </a:prstGeom>
          <a:solidFill>
            <a:srgbClr val="EAEAEA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2377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theHarvester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1965960"/>
            <a:ext cx="5303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E-mail, subdomen va xodimlar ma'lumotini yig'ish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0" y="1965960"/>
            <a:ext cx="1828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CLI, ochiq kodli (GitHub)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469880" y="2203704"/>
            <a:ext cx="1005840" cy="457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10469880" y="220370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106424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71800"/>
            <a:ext cx="2377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Shodan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2971800"/>
            <a:ext cx="5303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Internetga ulangan qurilmalar va serverlarni qidirish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95360" y="2971800"/>
            <a:ext cx="1828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shodan.io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469880" y="3209544"/>
            <a:ext cx="1005840" cy="457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10469880" y="320954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 limit + Pro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11064240" cy="932688"/>
          </a:xfrm>
          <a:prstGeom prst="rect">
            <a:avLst/>
          </a:prstGeom>
          <a:solidFill>
            <a:srgbClr val="EAEAEA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977640"/>
            <a:ext cx="2377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Sherlock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0400" y="3977640"/>
            <a:ext cx="5303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 nomi bo'yicha 400+ platformada qidiruv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95360" y="3977640"/>
            <a:ext cx="1828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(CLI)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469880" y="4215384"/>
            <a:ext cx="1005840" cy="457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10469880" y="421538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4983480"/>
            <a:ext cx="1106424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983480"/>
            <a:ext cx="2377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Maltego 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00400" y="4983480"/>
            <a:ext cx="5303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Ma'lumotlar orasidagi bog'liqlikni vizual xaritalash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95360" y="4983480"/>
            <a:ext cx="1828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maltego.com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469880" y="5221224"/>
            <a:ext cx="1005840" cy="457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10469880" y="52212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Edition — bepul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 vositalar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4-QISM · BEPUL VOSITALAR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OSINT uchun bepul vositalar (2/2)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932688"/>
          </a:xfrm>
          <a:prstGeom prst="rect">
            <a:avLst/>
          </a:prstGeom>
          <a:solidFill>
            <a:srgbClr val="EAEAEA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3566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Reverse Image / Yandex Images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34840" y="1965960"/>
            <a:ext cx="4114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 orqali manba va o'xshash tasvirlarni topish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0" y="1965960"/>
            <a:ext cx="1828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images.google.com, yandex.com/images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469880" y="2203704"/>
            <a:ext cx="1005840" cy="457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10469880" y="220370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106424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71800"/>
            <a:ext cx="3566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Wayback Machine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34840" y="2971800"/>
            <a:ext cx="4114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Veb-saytlarning arxivlangan versiyalarini ko'rish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95360" y="2971800"/>
            <a:ext cx="1828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web.archive.org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469880" y="3209544"/>
            <a:ext cx="1005840" cy="457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10469880" y="320954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11064240" cy="932688"/>
          </a:xfrm>
          <a:prstGeom prst="rect">
            <a:avLst/>
          </a:prstGeom>
          <a:solidFill>
            <a:srgbClr val="EAEAEA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977640"/>
            <a:ext cx="3566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I Been Pwned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34840" y="3977640"/>
            <a:ext cx="4114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manzili sizib chiqqan ma'lumotlar bazasida bormi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95360" y="3977640"/>
            <a:ext cx="1828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haveibeenpwned.com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469880" y="4215384"/>
            <a:ext cx="1005840" cy="457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10469880" y="421538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48640" y="4983480"/>
            <a:ext cx="1106424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983480"/>
            <a:ext cx="3566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Framework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34840" y="4983480"/>
            <a:ext cx="4114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Kategoriya bo'yicha barcha OSINT vositalarining xaritasi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95360" y="4983480"/>
            <a:ext cx="1828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osintframework.com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469880" y="5221224"/>
            <a:ext cx="1005840" cy="457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10469880" y="52212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 (havolalar to'plami)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 vositalar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377440"/>
            <a:ext cx="201168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2-QISM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MASHG'ULOTLAR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 stansiya · 40 daqiqa · Faqat bepul vositalar bilan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Google Dorking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8646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Foydalanuvchi/ijtimoiy tarmoq qidiruvi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524865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Rasm metadata va geolokatsiya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63270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Domen / e-mail razvedkasi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AMALIYOT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Dorking bilan ma'lumot izlash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 maqsadidagi (yoki fakultet) domen bo'yicha ochiq hujjatlar va sahifalarni topish.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0" y="1600200"/>
            <a:ext cx="3840480" cy="914400"/>
          </a:xfrm>
          <a:prstGeom prst="rect">
            <a:avLst/>
          </a:prstGeom>
          <a:solidFill>
            <a:srgbClr val="EAEAEA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691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VOSITA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955280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0" y="22128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google.com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QADAMLAR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172968"/>
            <a:ext cx="292608" cy="29260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172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13639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site:o'quv-domeningiz.uz filetype:pdf — ochiq hujjatlarni qidiring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30168"/>
            <a:ext cx="292608" cy="29260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30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59359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site:o'quv-domeningiz.uz intitle:"index of" — ochiq papkalarni qidiring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087368"/>
            <a:ext cx="292608" cy="29260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087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405079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site:o'quv-domeningiz.uz inurl:login — kirish sahifalarini toping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544568"/>
            <a:ext cx="292608" cy="29260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544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450799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Topilgan natijalarni jadvalga yozib boring: URL, tur, ahamiyat darajasi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Faqat o'zingizga tegishli yoki o'qituvchi bergan ruxsat etilgan domendan foydalaning.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Amaliyot 1/4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AMALIYOT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Foydalanuvchi nomi bo'yicha qidiruv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Berilgan taxallus (username) qaysi ijtimoiy tarmoqlarda ro'yxatdan o'tganini aniqlash.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0" y="1600200"/>
            <a:ext cx="3840480" cy="914400"/>
          </a:xfrm>
          <a:prstGeom prst="rect">
            <a:avLst/>
          </a:prstGeom>
          <a:solidFill>
            <a:srgbClr val="EAEAEA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691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VOSITA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955280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Sherlock / WhatsMyName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0" y="22128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github.com/sherlock-project, whatsmyname.app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QADAMLAR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172968"/>
            <a:ext cx="292608" cy="29260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172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13639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whatsmyname.app saytiga o'ting va o'qituvchi bergan taxallusni kiriting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30168"/>
            <a:ext cx="292608" cy="29260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30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59359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Qaysi platformalarda profil topilganini ro'yxatlang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087368"/>
            <a:ext cx="292608" cy="29260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087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405079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Sherlock (agar terminal mavjud bo'lsa): python sherlock.py &lt;username&gt;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544568"/>
            <a:ext cx="292608" cy="29260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544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450799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Natijalarni tahlil qiling: qaysi platformalar eng ko'p ma'lumot beradi?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Faqat sinfda kelishilgan o'quv (test) taxalluslardan foydalaning, real shaxslarni izlamang.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Amaliyot 2/4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AMALIYOT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Rasm metadata va geolokatsiya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Rasmning EXIF metama'lumotini o'qish va vizual belgilar orqali joylashuvni aniqlash.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0" y="1600200"/>
            <a:ext cx="3840480" cy="914400"/>
          </a:xfrm>
          <a:prstGeom prst="rect">
            <a:avLst/>
          </a:prstGeom>
          <a:solidFill>
            <a:srgbClr val="EAEAEA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691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VOSITA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955280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ExifTool / Jeffrey's Image Metadata Viewer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0" y="22128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exif.regex.info/exif.cgi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QADAMLAR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172968"/>
            <a:ext cx="292608" cy="29260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172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13639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O'qituvchi bergan namuna rasmni exif.regex.info saytiga yuklang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30168"/>
            <a:ext cx="292608" cy="29260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30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59359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 modeli, sana va GPS koordinatalarini (agar mavjud) toping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087368"/>
            <a:ext cx="292608" cy="29260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087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405079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 GPS yo'q bo'lsa — fondagi lavha, yozuvlar, o'simlik turi orqali joyni taxmin qiling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544568"/>
            <a:ext cx="292608" cy="29260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544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450799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/ Google Earth orqali taxminni tekshiring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Ijtimoiy tarmoqlar yuklashda odatda EXIF ma'lumotni o'chirib tashlaydi — bu ham muhim kuzatuv.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Amaliyot 3/4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AMALIYOT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Domen va e-mail razvedkasi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Domen bo'yicha WHOIS, subdomen va sizib chiqqan ma'lumotlar bazasini tekshirish.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0" y="1600200"/>
            <a:ext cx="3840480" cy="914400"/>
          </a:xfrm>
          <a:prstGeom prst="rect">
            <a:avLst/>
          </a:prstGeom>
          <a:solidFill>
            <a:srgbClr val="EAEAEA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691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VOSITA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955280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theHarvester / HaveIBeenPwned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0" y="22128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github.com/laramies/theHarvester, haveibeenpwned.com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QADAMLAR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172968"/>
            <a:ext cx="292608" cy="29260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172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13639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whois.com orqali domenning ro'yxatdan o'tish ma'lumotlarini ko'ring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30168"/>
            <a:ext cx="292608" cy="29260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30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59359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theHarvester -d domen.uz -b google — subdomen va e-mail qidiring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087368"/>
            <a:ext cx="292608" cy="29260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087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405079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haveibeenpwned.com da test e-mail manzilini tekshiring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544568"/>
            <a:ext cx="292608" cy="29260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544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450799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Topilgan ma'lumotlar asosida qisqa xavf-xatar (risk) xulosasi yozing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Faqat o'z e-mailingiz yoki o'qituvchi bergan test manzilidan foydalaning.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Amaliyot 4/4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xulosalar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47672"/>
            <a:ext cx="329184" cy="329184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90195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— ochiq manbalardan qonuniy va tizimli ma'lumot yig'ish jarayoni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60904"/>
            <a:ext cx="329184" cy="329184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60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61518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doim OSINT siklidan foydalaning: Planning → Collection → Processing → Analysis → Dissemination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374136"/>
            <a:ext cx="329184" cy="329184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74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332841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Etika va huquqiy chegaralarni hech qachon unutmang — ruxsatsiz harakat jinoyat hisoblanadi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87368"/>
            <a:ext cx="329184" cy="329184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087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40416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Ko'plab kuchli vositalar bepul: Sherlock, theHarvester, Shodan (bepul limit), Wayback Machine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329184" cy="329184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800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4754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Amaliyot — eng yaxshi o'qituvchi: har kuni bitta yangi vositani sinab ko'ring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Xulosa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UYGA VAZIFA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Mustaqil topshiriq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3566160"/>
          </a:xfrm>
          <a:prstGeom prst="rect">
            <a:avLst/>
          </a:prstGeom>
          <a:solidFill>
            <a:srgbClr val="EAEAEA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219456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Framework (osintframework.com) saytini o'rganib chiqing va 5 ta yangi vosita toping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297180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 ismingiz yoki taxallusingiz bo'yicha (faqat o'zingiznikini!) qanday ochiq ma'lumot topilishini tekshiring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7490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374904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Topilgan natijalar bo'yicha 1 betlik hisobot tayyorlang: qanday ma'lumot, qaysi vosita, qanday xavf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5262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452628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darsga o'zingiz sinab ko'rgan yana bitta bepul OSINT vositasini taqdim etishga tayyor bo'ling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Uyga vazifa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QO'SHIMCHA MANBALAR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resurslar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Framework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07568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osintframework.com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235000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OSINT vositalarining kategoriyalangan xaritasi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539496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004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Bellingcat Toolkit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49300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bellingcat.com/resources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76732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Tekshiruv jurnalistikasi uchun vositalar to'plami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539496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6177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theHarvester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91032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github.com/laramies/theHarvester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518464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E-mail/subdomen yig'ish, ochiq kodli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5852160"/>
            <a:ext cx="539496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035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Sherlock Project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32764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github.com/sherlock-project/sherlock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660196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 nomi bo'yicha qidiruv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9776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Shodan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27024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shodan.io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454456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Internetga ulangan qurilmalarni qidirish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5212080"/>
            <a:ext cx="539496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3949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Wayback Machine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568756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web.archive.org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59618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Veb-arxiv, saytlarning eski versiyalari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6629400"/>
            <a:ext cx="539496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8122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I Been Pwned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710488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haveibeenpwned.com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737920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Ma'lumotlar sizib chiqishini tekshirish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8046720"/>
            <a:ext cx="539496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8229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TraceLabs OSINT VM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852220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tracelabs.org/initiatives/osint-vm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879652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Bepul, oldindan sozlangan OSINT muhiti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Manbalar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QO'SHIMCHA · ILG'OR VOSITALAR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Geolokatsiya OSINT — koordinatasiz joy aniqlash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Tog', bulut, soya va boshqa vizual belgilar orqali EXIF ma'lumotisiz rasm joylashuvini aniqlash uchun vositalar.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611880" cy="1965960"/>
          </a:xfrm>
          <a:prstGeom prst="rect">
            <a:avLst/>
          </a:prstGeom>
          <a:solidFill>
            <a:srgbClr val="EAEAEA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03120"/>
            <a:ext cx="3611880" cy="548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249424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Relyef / tog'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261518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PeakFinder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834640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peakfinder.org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49808" y="303580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Tog' siluetini 3D taqqoslash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49808" y="330098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CalTopo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9808" y="3520440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caltopo.com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49808" y="372160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Relyef xaritasi, ko'rish chizig'i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270248" y="2103120"/>
            <a:ext cx="3611880" cy="1965960"/>
          </a:xfrm>
          <a:prstGeom prst="rect">
            <a:avLst/>
          </a:prstGeom>
          <a:solidFill>
            <a:srgbClr val="EAEAEA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70248" y="2103120"/>
            <a:ext cx="3611880" cy="548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4471416" y="2249424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Quyosh / soya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471416" y="261518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SunCalc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71416" y="2834640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suncalc.org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471416" y="303580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Soya burchagidan vaqt/kenglikni topish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471416" y="330098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SunCalc 3D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471416" y="3520440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suncalc3d.org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71416" y="372160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relyef bilan quyosh tahlili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991856" y="2103120"/>
            <a:ext cx="3611880" cy="1965960"/>
          </a:xfrm>
          <a:prstGeom prst="rect">
            <a:avLst/>
          </a:prstGeom>
          <a:solidFill>
            <a:srgbClr val="EAEAEA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91856" y="2103120"/>
            <a:ext cx="3611880" cy="548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8193024" y="2249424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Ob-havo tarixi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193024" y="261518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Meteostat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193024" y="2834640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meteostat.net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193024" y="303580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Tarixiy ob-havo ma'lumotlari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193024" y="330098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Wunderground History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193024" y="3520440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wunderground.com/history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193024" y="372160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 bo'yicha ob-havo arxivi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8640" y="4206240"/>
            <a:ext cx="3611880" cy="1965960"/>
          </a:xfrm>
          <a:prstGeom prst="rect">
            <a:avLst/>
          </a:prstGeom>
          <a:solidFill>
            <a:srgbClr val="EAEAEA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4206240"/>
            <a:ext cx="3611880" cy="548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749808" y="4352544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Sun'iy yo'ldosh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49808" y="471830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Hub / EO Browser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49808" y="4937760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apps.sentinel-hub.com/eo-browser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49808" y="513892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Tarixiy sun'iy yo'ldosh tasvirlari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49808" y="540410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Wikimapia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49808" y="5623560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wikimapia.org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49808" y="582472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Foydalanuvchilar belgilagan joylar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270248" y="4206240"/>
            <a:ext cx="3611880" cy="1965960"/>
          </a:xfrm>
          <a:prstGeom prst="rect">
            <a:avLst/>
          </a:prstGeom>
          <a:solidFill>
            <a:srgbClr val="EAEAEA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70248" y="4206240"/>
            <a:ext cx="3611880" cy="548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3" name="Text 41"/>
          <p:cNvSpPr/>
          <p:nvPr/>
        </p:nvSpPr>
        <p:spPr>
          <a:xfrm>
            <a:off x="4471416" y="4352544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Ko'cha darajasi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471416" y="471830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Mapillary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471416" y="4937760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mapillary.com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471416" y="513892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 ko'cha suratlari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471416" y="540410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Street View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471416" y="5623560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instantstreetview.com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471416" y="582472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Tezkor Street View qidiruvi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991856" y="4206240"/>
            <a:ext cx="3611880" cy="1965960"/>
          </a:xfrm>
          <a:prstGeom prst="rect">
            <a:avLst/>
          </a:prstGeom>
          <a:solidFill>
            <a:srgbClr val="EAEAEA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91856" y="4206240"/>
            <a:ext cx="3611880" cy="548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2" name="Text 50"/>
          <p:cNvSpPr/>
          <p:nvPr/>
        </p:nvSpPr>
        <p:spPr>
          <a:xfrm>
            <a:off x="8193024" y="4352544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va transport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8193024" y="471830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GeoSpy AI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193024" y="4937760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geospy.ai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193024" y="513892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orqali joylashuvni taxminlash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193024" y="540410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Flightradar24 / MarineTraffic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8193024" y="5623560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flightradar24.com, marinetraffic.com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193024" y="582472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Parvoz/kema tarixi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jarayoni: tog' siluetini PeakFinder'da taqqoslash → soyadan SunCalc orqali vaqt/kenglikni toraytirish → Sentinel Hub'da hududni tekshirish → Street View/Mapillary bilan aniq nuqtani tasdiqlash.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Geolokatsiya OSINT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2026-07-24T09:54:00Z</dcterms:created>
  <dcterms:modified xsi:type="dcterms:W3CDTF">2026-07-24T09:54:00Z</dcterms:modified>
</cp:coreProperties>
</file>