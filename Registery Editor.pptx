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2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Registery Editor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Abdullayev Doston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Registery editor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Bu windowsda ierxalik tizimga ega sozlamalar bazasi</a:t>
            </a:r>
            <a:endParaRPr lang="en-US"/>
          </a:p>
          <a:p>
            <a:r>
              <a:rPr lang="en-US"/>
              <a:t>Har safar windows yoqilganida yoki dasturlar ishlayotganda windows register ma’lumotlarini o’qiydi va shunga qarab ishlaydi.</a:t>
            </a:r>
            <a:endParaRPr lang="en-US"/>
          </a:p>
          <a:p>
            <a:r>
              <a:rPr lang="en-US"/>
              <a:t>Nima uchun registery editor kerak?</a:t>
            </a:r>
            <a:br>
              <a:rPr lang="en-US"/>
            </a:br>
            <a:r>
              <a:rPr lang="en-US"/>
              <a:t>Eski windows versiyalari sozlamalarni .ini yoki .conf fayllarida saqlagan bu fayllar sistema bo’yicha tarqab ketgan va foydalanishga noqulay bo’lgan hamda nisbatan juda sekin ishlar edi.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Registery Editor o’zi nima?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Registery editor kompyuter va operatsion sistemani xar bir qismlarini boshqarish uchun oldindan dasturlangan (built-in) ierxalik tizimga ega sozlamalar databazasi.</a:t>
            </a:r>
            <a:br>
              <a:rPr lang="en-US"/>
            </a:br>
            <a:r>
              <a:rPr lang="en-US"/>
              <a:t>Registery editor o’zida:</a:t>
            </a:r>
            <a:br>
              <a:rPr lang="en-US"/>
            </a:br>
            <a:r>
              <a:rPr lang="en-US"/>
              <a:t>1) Sistema configuratsiyalari</a:t>
            </a:r>
            <a:br>
              <a:rPr lang="en-US"/>
            </a:br>
            <a:r>
              <a:rPr lang="en-US"/>
              <a:t>2) Hardware sozlamalari</a:t>
            </a:r>
            <a:br>
              <a:rPr lang="en-US"/>
            </a:br>
            <a:r>
              <a:rPr lang="en-US"/>
              <a:t>3) Software sozlamalari</a:t>
            </a:r>
            <a:br>
              <a:rPr lang="en-US"/>
            </a:br>
            <a:r>
              <a:rPr lang="en-US"/>
              <a:t>4) Foydalanuvchi sozlamalari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5"/>
            <a:ext cx="12192635" cy="6857365"/>
          </a:xfrm>
        </p:spPr>
        <p:txBody>
          <a:bodyPr/>
          <a:p>
            <a:pPr marL="0" indent="0">
              <a:buNone/>
            </a:pPr>
            <a:r>
              <a:rPr lang="en-US"/>
              <a:t>Umumiy malumot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236220" y="559435"/>
          <a:ext cx="11955780" cy="3821430"/>
        </p:xfrm>
        <a:graphic>
          <a:graphicData uri="http://schemas.openxmlformats.org/drawingml/2006/table">
            <a:tbl>
              <a:tblPr/>
              <a:tblGrid>
                <a:gridCol w="4935855"/>
                <a:gridCol w="7019925"/>
              </a:tblGrid>
              <a:tr h="548640">
                <a:tc>
                  <a:txBody>
                    <a:bodyPr/>
                    <a:p>
                      <a:r>
                        <a:rPr sz="1200"/>
                        <a:t>HKEY_CURRENT_USER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sz="1200"/>
                        <a:t>Hozirda login foydalanuvchi haqidagi configuratsiya va sozlamalarni o’z ichiga oladi</a:t>
                      </a:r>
                      <a:r>
                        <a:rPr sz="1200"/>
                        <a:t>. </a:t>
                      </a:r>
                      <a:r>
                        <a:rPr lang="en-US" sz="1200"/>
                        <a:t>Foydalanuvchining</a:t>
                      </a:r>
                      <a:r>
                        <a:rPr sz="1200"/>
                        <a:t> </a:t>
                      </a:r>
                      <a:r>
                        <a:rPr lang="en-US" sz="1200"/>
                        <a:t>folder</a:t>
                      </a:r>
                      <a:r>
                        <a:rPr sz="1200"/>
                        <a:t>, </a:t>
                      </a:r>
                      <a:r>
                        <a:rPr lang="en-US" sz="1200"/>
                        <a:t>display rangi</a:t>
                      </a:r>
                      <a:r>
                        <a:rPr sz="1200"/>
                        <a:t>, </a:t>
                      </a:r>
                      <a:r>
                        <a:rPr lang="en-US" sz="1200"/>
                        <a:t>va </a:t>
                      </a:r>
                      <a:r>
                        <a:rPr sz="1200"/>
                        <a:t>Control Panel </a:t>
                      </a:r>
                      <a:r>
                        <a:rPr lang="en-US" sz="1200"/>
                        <a:t>sozlamalarini o’z ichiga oladi.</a:t>
                      </a:r>
                      <a:r>
                        <a:rPr sz="1200"/>
                        <a:t> </a:t>
                      </a:r>
                      <a:r>
                        <a:rPr lang="en-US" sz="1200"/>
                        <a:t>U yerdagi malumotlar foydalanuvchining profili bilan bo’gliq va bu HKCU deb ham ataladi</a:t>
                      </a:r>
                      <a:endParaRPr lang="en-US"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5170">
                <a:tc>
                  <a:txBody>
                    <a:bodyPr/>
                    <a:p>
                      <a:r>
                        <a:rPr sz="1200"/>
                        <a:t>HKEY_USERS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sz="1200"/>
                        <a:t>Hamma foydalanuvchilar haqidagi ma’lumotlar</a:t>
                      </a:r>
                      <a:r>
                        <a:rPr sz="1200"/>
                        <a:t>.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9235">
                <a:tc>
                  <a:txBody>
                    <a:bodyPr/>
                    <a:p>
                      <a:r>
                        <a:rPr sz="1200"/>
                        <a:t>HKEY_LOCAL_MACHINE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sz="1200"/>
                        <a:t>Kompyuterni sozlamalari va configuratsiyasi haqida ma’lumotlarni o’z ichiga oladi</a:t>
                      </a:r>
                      <a:endParaRPr lang="en-US"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89785">
                <a:tc>
                  <a:txBody>
                    <a:bodyPr/>
                    <a:p>
                      <a:r>
                        <a:rPr sz="1200"/>
                        <a:t>HKEY_CLASSES_ROOT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sz="1200"/>
                        <a:t>Bu o’zida Windows Explorer orqali foydalanganda to’gri fayl ishga tushishini boshqaradi va fayl, jildlar sozlamalarini o’z ichiga olgan</a:t>
                      </a:r>
                      <a:endParaRPr lang="en-US"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28600">
                <a:tc>
                  <a:txBody>
                    <a:bodyPr/>
                    <a:p>
                      <a:r>
                        <a:rPr sz="1200"/>
                        <a:t>HKEY_CURRENT_CONFIG</a:t>
                      </a:r>
                      <a:endParaRPr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sz="1200"/>
                        <a:t>Hardware profil haqidagi malumotlarni o’z ichiga oladi</a:t>
                      </a:r>
                      <a:endParaRPr lang="en-US" sz="12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495" y="7620"/>
            <a:ext cx="10515600" cy="1325563"/>
          </a:xfrm>
        </p:spPr>
        <p:txBody>
          <a:bodyPr/>
          <a:p>
            <a:r>
              <a:rPr lang="en-US" altLang="en-US"/>
              <a:t>Registery Editor Amaliy Mashqlar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635" y="974090"/>
            <a:ext cx="12193270" cy="5883910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en-US" altLang="en-US" sz="5600"/>
              <a:t>     TASK 1 – Desktop ICON ko’rsatish/berkitish</a:t>
            </a:r>
            <a:endParaRPr lang="en-US" altLang="en-US" sz="5600"/>
          </a:p>
          <a:p>
            <a:pPr marL="0" indent="0">
              <a:buNone/>
            </a:pPr>
            <a:r>
              <a:rPr lang="en-US" altLang="en-US" sz="5600"/>
              <a:t>      Path:</a:t>
            </a:r>
            <a:endParaRPr lang="en-US" altLang="en-US" sz="5600"/>
          </a:p>
          <a:p>
            <a:r>
              <a:rPr lang="en-US" altLang="en-US" sz="5600"/>
              <a:t>HKEY_CURRENT_USER\Software\Microsoft\Windows\CurrentVersion\Explorer\Advanced</a:t>
            </a:r>
            <a:endParaRPr lang="en-US" altLang="en-US" sz="5600"/>
          </a:p>
          <a:p>
            <a:r>
              <a:rPr lang="en-US" altLang="en-US" sz="5600"/>
              <a:t>Value:</a:t>
            </a:r>
            <a:endParaRPr lang="en-US" altLang="en-US" sz="5600"/>
          </a:p>
          <a:p>
            <a:r>
              <a:rPr lang="en-US" altLang="en-US" sz="5600"/>
              <a:t>HideIcons (DWORD)</a:t>
            </a:r>
            <a:endParaRPr lang="en-US" altLang="en-US" sz="5600"/>
          </a:p>
          <a:p>
            <a:r>
              <a:rPr lang="en-US" altLang="en-US" sz="5600"/>
              <a:t>Set:</a:t>
            </a:r>
            <a:endParaRPr lang="en-US" altLang="en-US" sz="5600"/>
          </a:p>
          <a:p>
            <a:r>
              <a:rPr lang="en-US" altLang="en-US" sz="5600"/>
              <a:t>1 = Hide icons</a:t>
            </a:r>
            <a:endParaRPr lang="en-US" altLang="en-US" sz="5600"/>
          </a:p>
          <a:p>
            <a:r>
              <a:rPr lang="en-US" altLang="en-US" sz="5600"/>
              <a:t>0 = Show icons</a:t>
            </a:r>
            <a:endParaRPr lang="en-US" altLang="en-US" sz="5600"/>
          </a:p>
          <a:p>
            <a:r>
              <a:rPr lang="en-US" altLang="en-US" sz="5600"/>
              <a:t>Action:</a:t>
            </a:r>
            <a:endParaRPr lang="en-US" altLang="en-US" sz="5600"/>
          </a:p>
          <a:p>
            <a:r>
              <a:rPr lang="en-US" altLang="en-US" sz="5600"/>
              <a:t>Restart Explorer</a:t>
            </a:r>
            <a:endParaRPr lang="en-US" altLang="en-US" sz="5600"/>
          </a:p>
          <a:p>
            <a:r>
              <a:rPr lang="en-US" altLang="en-US" sz="5600"/>
              <a:t>TASK 2 – This Pc icon ko’rsatish/berkitish</a:t>
            </a:r>
            <a:endParaRPr lang="en-US" altLang="en-US" sz="5600"/>
          </a:p>
          <a:p>
            <a:r>
              <a:rPr lang="en-US" altLang="en-US" sz="5600"/>
              <a:t>Path:</a:t>
            </a:r>
            <a:endParaRPr lang="en-US" altLang="en-US" sz="5600"/>
          </a:p>
          <a:p>
            <a:r>
              <a:rPr lang="en-US" altLang="en-US" sz="5600"/>
              <a:t>HKEY_CURRENT_USER\Software\Microsoft\Windows\CurrentVersion\Explorer\HideDesktopIcons\NewStartPanel</a:t>
            </a:r>
            <a:endParaRPr lang="en-US" altLang="en-US" sz="5600"/>
          </a:p>
          <a:p>
            <a:r>
              <a:rPr lang="en-US" altLang="en-US" sz="5600"/>
              <a:t>Value:</a:t>
            </a:r>
            <a:endParaRPr lang="en-US" altLang="en-US" sz="5600"/>
          </a:p>
          <a:p>
            <a:r>
              <a:rPr lang="en-US" altLang="en-US" sz="5600"/>
              <a:t>{20D04FE0-3AEA-1069-A2D8-08002B30309D} (DWORD)</a:t>
            </a:r>
            <a:endParaRPr lang="en-US" altLang="en-US" sz="5600"/>
          </a:p>
          <a:p>
            <a:r>
              <a:rPr lang="en-US" altLang="en-US" sz="5600"/>
              <a:t>Set:</a:t>
            </a:r>
            <a:endParaRPr lang="en-US" altLang="en-US" sz="5600"/>
          </a:p>
          <a:p>
            <a:r>
              <a:rPr lang="en-US" altLang="en-US" sz="5600"/>
              <a:t>1 = Hide</a:t>
            </a:r>
            <a:endParaRPr lang="en-US" altLang="en-US" sz="5600"/>
          </a:p>
          <a:p>
            <a:r>
              <a:rPr lang="en-US" altLang="en-US" sz="5600"/>
              <a:t>0 = Show</a:t>
            </a:r>
            <a:endParaRPr lang="en-US" altLang="en-US" sz="5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7365"/>
          </a:xfrm>
        </p:spPr>
        <p:txBody>
          <a:bodyPr>
            <a:normAutofit lnSpcReduction="20000"/>
          </a:bodyPr>
          <a:p>
            <a:r>
              <a:rPr lang="en-US" altLang="en-US" sz="1600"/>
              <a:t>TASK 3 – SPEED UP / SLOW DOWN MENUS</a:t>
            </a:r>
            <a:endParaRPr lang="en-US" altLang="en-US" sz="1600"/>
          </a:p>
          <a:p>
            <a:r>
              <a:rPr lang="en-US" altLang="en-US" sz="1600"/>
              <a:t>Path:</a:t>
            </a:r>
            <a:endParaRPr lang="en-US" altLang="en-US" sz="1600"/>
          </a:p>
          <a:p>
            <a:r>
              <a:rPr lang="en-US" altLang="en-US" sz="1600"/>
              <a:t>HKEY_CURRENT_USER\Control Panel\Desktop</a:t>
            </a:r>
            <a:endParaRPr lang="en-US" altLang="en-US" sz="1600"/>
          </a:p>
          <a:p>
            <a:r>
              <a:rPr lang="en-US" altLang="en-US" sz="1600"/>
              <a:t>Value:</a:t>
            </a:r>
            <a:endParaRPr lang="en-US" altLang="en-US" sz="1600"/>
          </a:p>
          <a:p>
            <a:r>
              <a:rPr lang="en-US" altLang="en-US" sz="1600"/>
              <a:t>MenuShowDelay (REG_SZ)</a:t>
            </a:r>
            <a:endParaRPr lang="en-US" altLang="en-US" sz="1600"/>
          </a:p>
          <a:p>
            <a:r>
              <a:rPr lang="en-US" altLang="en-US" sz="1600"/>
              <a:t>Set:</a:t>
            </a:r>
            <a:endParaRPr lang="en-US" altLang="en-US" sz="1600"/>
          </a:p>
          <a:p>
            <a:r>
              <a:rPr lang="en-US" altLang="en-US" sz="1600"/>
              <a:t>0    = Instant menus</a:t>
            </a:r>
            <a:endParaRPr lang="en-US" altLang="en-US" sz="1600"/>
          </a:p>
          <a:p>
            <a:r>
              <a:rPr lang="en-US" altLang="en-US" sz="1600"/>
              <a:t>400  = Normal speed</a:t>
            </a:r>
            <a:endParaRPr lang="en-US" altLang="en-US" sz="1600"/>
          </a:p>
          <a:p>
            <a:r>
              <a:rPr lang="en-US" altLang="en-US" sz="1600"/>
              <a:t>1000 = Very slow menus</a:t>
            </a:r>
            <a:endParaRPr lang="en-US" altLang="en-US" sz="1600"/>
          </a:p>
          <a:p>
            <a:r>
              <a:rPr lang="en-US" altLang="en-US" sz="1600"/>
              <a:t>TASK 4 </a:t>
            </a:r>
            <a:endParaRPr lang="en-US" altLang="en-US" sz="1600"/>
          </a:p>
          <a:p>
            <a:r>
              <a:rPr lang="en-US" altLang="en-US" sz="1600"/>
              <a:t>Win+R</a:t>
            </a:r>
            <a:endParaRPr lang="en-US" altLang="en-US" sz="1600"/>
          </a:p>
          <a:p>
            <a:r>
              <a:rPr lang="en-US" altLang="en-US" sz="1600"/>
              <a:t>Computer\HKEY_CLASSES_ROOT\txtfilelegacy\shell\printto\command</a:t>
            </a:r>
            <a:endParaRPr lang="en-US" altLang="en-US" sz="1600"/>
          </a:p>
          <a:p>
            <a:r>
              <a:rPr lang="en-US" altLang="en-US" sz="1600"/>
              <a:t>Command qiymatida textfile ustiga bosilganda qaysi dastur ishga tushishi haqida ma’lumot yozilgan.</a:t>
            </a:r>
            <a:r>
              <a:rPr lang="en-US" altLang="en-US"/>
              <a:t> 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635"/>
            <a:ext cx="12192635" cy="6859270"/>
          </a:xfrm>
        </p:spPr>
        <p:txBody>
          <a:bodyPr/>
          <a:p>
            <a:r>
              <a:rPr lang="en-US" altLang="en-US" sz="1600"/>
              <a:t>TASK5</a:t>
            </a:r>
            <a:endParaRPr lang="en-US" altLang="en-US" sz="1600"/>
          </a:p>
          <a:p>
            <a:r>
              <a:rPr lang="en-US" altLang="en-US" sz="1600"/>
              <a:t>abc file ochish uchun</a:t>
            </a:r>
            <a:endParaRPr lang="en-US" altLang="en-US" sz="1600"/>
          </a:p>
          <a:p>
            <a:r>
              <a:rPr lang="en-US" altLang="en-US" sz="1600"/>
              <a:t>HKEY_CLASSES_ROOT</a:t>
            </a:r>
            <a:endParaRPr lang="en-US" altLang="en-US" sz="1600"/>
          </a:p>
          <a:p>
            <a:r>
              <a:rPr lang="en-US" altLang="en-US" sz="1600"/>
              <a:t>Right click -&gt; new -&gt;Key</a:t>
            </a:r>
            <a:endParaRPr lang="en-US" altLang="en-US" sz="1600"/>
          </a:p>
          <a:p>
            <a:r>
              <a:rPr lang="en-US" altLang="en-US" sz="1600"/>
              <a:t>name .abc</a:t>
            </a:r>
            <a:endParaRPr lang="en-US" altLang="en-US" sz="1600"/>
          </a:p>
          <a:p>
            <a:r>
              <a:rPr lang="en-US" altLang="en-US" sz="1600"/>
              <a:t>default qiymat abcfile</a:t>
            </a:r>
            <a:endParaRPr lang="en-US" altLang="en-US" sz="1600"/>
          </a:p>
          <a:p>
            <a:r>
              <a:rPr lang="en-US" altLang="en-US" sz="1600"/>
              <a:t>Yangi key:</a:t>
            </a:r>
            <a:endParaRPr lang="en-US" altLang="en-US" sz="1600"/>
          </a:p>
          <a:p>
            <a:r>
              <a:rPr lang="en-US" altLang="en-US" sz="1600"/>
              <a:t>HKEY_CLASSES_ROOT\abcfile</a:t>
            </a:r>
            <a:endParaRPr lang="en-US" altLang="en-US" sz="1600"/>
          </a:p>
          <a:p>
            <a:r>
              <a:rPr lang="en-US" altLang="en-US" sz="1600"/>
              <a:t>Uning ichida: shell\open\command yaratamiz</a:t>
            </a:r>
            <a:endParaRPr lang="en-US" altLang="en-US" sz="1600"/>
          </a:p>
          <a:p>
            <a:r>
              <a:rPr lang="en-US" altLang="en-US" sz="1600"/>
              <a:t>command default qiymatiga: notepad.exe "%1" deb yozamiz</a:t>
            </a:r>
            <a:endParaRPr lang="en-US" altLang="en-US" sz="1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41*299"/>
  <p:tag name="TABLE_ENDDRAG_RECT" val="18*44*941*29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2477</Words>
  <Application>WPS Presentation</Application>
  <PresentationFormat>Widescreen</PresentationFormat>
  <Paragraphs>82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Registery Editor</vt:lpstr>
      <vt:lpstr>Registery editor</vt:lpstr>
      <vt:lpstr>Registery Editor o’zi nima?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Penterasting</cp:lastModifiedBy>
  <cp:revision>4</cp:revision>
  <dcterms:created xsi:type="dcterms:W3CDTF">2025-07-23T00:59:00Z</dcterms:created>
  <dcterms:modified xsi:type="dcterms:W3CDTF">2026-01-14T03:57:12Z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4C45B5708E9544F2BA9509A18943A299_11</vt:lpwstr>
  </property>
  <property fmtid="{D5CDD505-2E9C-101B-9397-08002B2CF9AE}" pid="3" name="KSOProductBuildVer">
    <vt:lpwstr>1033-12.2.0.23196</vt:lpwstr>
  </property>
</Properties>
</file>