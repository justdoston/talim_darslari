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Windows GPO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Abdullayev Doston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Reja: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1) GPO haqida malumot ularni batafsil o’rganish</a:t>
            </a:r>
            <a:endParaRPr lang="en-US"/>
          </a:p>
          <a:p>
            <a:r>
              <a:rPr lang="en-US"/>
              <a:t>2) GPO va ularni turlari</a:t>
            </a:r>
            <a:endParaRPr lang="en-US"/>
          </a:p>
          <a:p>
            <a:r>
              <a:rPr lang="en-US"/>
              <a:t>3) Nima uchun ishlatilishi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12420" y="0"/>
            <a:ext cx="110934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Windows GPO ga kirish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p>
            <a:r>
              <a:rPr lang="en-US" altLang="en-US"/>
              <a:t>Windows GPO (Group Policy Object) — bu Active Directory muhitida foydalanuvchilar va kompyuterlar uchun markazlashtirilgan boshqaruv mexanizmi hisoblanadi. GPO orqali administratorlar tizim sozlamalarini, xavfsizlik siyosatlarini, dasturiy cheklovlarni va foydalanuvchi muhitini nazorat qiladi.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GPO ning asosiy vazifasi — bir xil konfiguratsiyani avtomatik tarzda ko‘plab kompyuter va user larga tatbiq qilish. Bu esa: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Manual sozlashni kamaytiradi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Xatolik ehtimolini pasaytiradi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Security darajasini oshiradi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IT boshqaruvni soddalashtiradi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Active Directory va GPO o‘rtasidagi bog‘liqlik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p>
            <a:r>
              <a:rPr lang="en-US" altLang="en-US"/>
              <a:t>GPO Active Directorysiz mavjud bo‘la olmaydi. GPO lar:</a:t>
            </a:r>
            <a:endParaRPr lang="en-US" altLang="en-US"/>
          </a:p>
          <a:p>
            <a:r>
              <a:rPr lang="en-US" altLang="en-US"/>
              <a:t>Domain</a:t>
            </a:r>
            <a:endParaRPr lang="en-US" altLang="en-US"/>
          </a:p>
          <a:p>
            <a:r>
              <a:rPr lang="en-US" altLang="en-US"/>
              <a:t>Site</a:t>
            </a:r>
            <a:endParaRPr lang="en-US" altLang="en-US"/>
          </a:p>
          <a:p>
            <a:r>
              <a:rPr lang="en-US" altLang="en-US"/>
              <a:t>OU</a:t>
            </a:r>
            <a:endParaRPr lang="en-US" altLang="en-US"/>
          </a:p>
          <a:p>
            <a:r>
              <a:rPr lang="en-US" altLang="en-US"/>
              <a:t>Link orqali bog’lanadi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Active Directory strukturasini tushunmasdan GPO ni tushunish qiyin, chunki:</a:t>
            </a:r>
            <a:endParaRPr lang="en-US" altLang="en-US"/>
          </a:p>
          <a:p>
            <a:r>
              <a:rPr lang="en-US" altLang="en-US"/>
              <a:t>GPO ning qayerga ta’sir qilishi AD strukturasiga bog‘liq</a:t>
            </a:r>
            <a:endParaRPr lang="en-US" altLang="en-US"/>
          </a:p>
          <a:p>
            <a:r>
              <a:rPr lang="en-US" altLang="en-US"/>
              <a:t>User va Computer accountlar joylashgan OU juda muhim</a:t>
            </a:r>
            <a:endParaRPr lang="en-US" altLang="en-US"/>
          </a:p>
          <a:p>
            <a:r>
              <a:rPr lang="en-US" altLang="en-US"/>
              <a:t>Muhim qoida:</a:t>
            </a:r>
            <a:endParaRPr lang="en-US" altLang="en-US"/>
          </a:p>
          <a:p>
            <a:r>
              <a:rPr lang="en-US" altLang="en-US"/>
              <a:t>GPO faqat o‘sha joyda joylashgan user yoki computer ga ta’sir qiladi.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GPO arxitekturasi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5000"/>
          </a:bodyPr>
          <a:p>
            <a:r>
              <a:rPr lang="en-US" altLang="en-US"/>
              <a:t>Har bir GPO ikki asosiy qismdan iborat:</a:t>
            </a:r>
            <a:endParaRPr lang="en-US" altLang="en-US"/>
          </a:p>
          <a:p>
            <a:r>
              <a:rPr lang="en-US" altLang="en-US"/>
              <a:t>1) Group Policy Container (GPC)</a:t>
            </a:r>
            <a:endParaRPr lang="en-US" altLang="en-US"/>
          </a:p>
          <a:p>
            <a:r>
              <a:rPr lang="en-US" altLang="en-US"/>
              <a:t>Active Directory ichida saqlanadi</a:t>
            </a:r>
            <a:endParaRPr lang="en-US" altLang="en-US"/>
          </a:p>
          <a:p>
            <a:r>
              <a:rPr lang="en-US" altLang="en-US"/>
              <a:t>GPO ning metadata ma’lumotlarini o‘z ichiga oladi</a:t>
            </a:r>
            <a:endParaRPr lang="en-US" altLang="en-US"/>
          </a:p>
          <a:p>
            <a:r>
              <a:rPr lang="en-US" altLang="en-US"/>
              <a:t>Version, GUID, Link ma’lumotlari shu yerda bo‘ladi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2) Group Policy Template (GPT)</a:t>
            </a:r>
            <a:endParaRPr lang="en-US" altLang="en-US"/>
          </a:p>
          <a:p>
            <a:r>
              <a:rPr lang="en-US" altLang="en-US"/>
              <a:t>SYSVOL papkasida saqlanadi</a:t>
            </a:r>
            <a:endParaRPr lang="en-US" altLang="en-US"/>
          </a:p>
          <a:p>
            <a:r>
              <a:rPr lang="en-US" altLang="en-US"/>
              <a:t>Real sozlamalar shu yerda joylashgan</a:t>
            </a:r>
            <a:endParaRPr lang="en-US" altLang="en-US"/>
          </a:p>
          <a:p>
            <a:r>
              <a:rPr lang="en-US" altLang="en-US"/>
              <a:t>Administrative Templates, Scripts, Security settings shu qismga tegishli</a:t>
            </a:r>
            <a:endParaRPr lang="en-US" altLang="en-US"/>
          </a:p>
          <a:p>
            <a:r>
              <a:rPr lang="en-US" altLang="en-US"/>
              <a:t>GPC va GPT birgalikda ishlamasa, GPO to‘liq ishlamaydi.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" y="115570"/>
            <a:ext cx="11697335" cy="1325880"/>
          </a:xfrm>
        </p:spPr>
        <p:txBody>
          <a:bodyPr>
            <a:normAutofit fontScale="90000"/>
          </a:bodyPr>
          <a:p>
            <a:pPr algn="ctr"/>
            <a:r>
              <a:rPr lang="en-US" altLang="en-US"/>
              <a:t>GPO turlari: </a:t>
            </a:r>
            <a:br>
              <a:rPr lang="en-US" altLang="en-US"/>
            </a:br>
            <a:r>
              <a:rPr lang="en-US" altLang="en-US"/>
              <a:t>Computer Configuration va User Configuration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37945"/>
            <a:ext cx="6462395" cy="552069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   1) Computer Configuration                                             </a:t>
            </a:r>
            <a:endParaRPr lang="en-US" altLang="en-US"/>
          </a:p>
          <a:p>
            <a:r>
              <a:rPr lang="en-US" altLang="en-US"/>
              <a:t>Computer account ga bog‘liq</a:t>
            </a:r>
            <a:endParaRPr lang="en-US" altLang="en-US"/>
          </a:p>
          <a:p>
            <a:r>
              <a:rPr lang="en-US" altLang="en-US"/>
              <a:t>Kompyuter yoqilganda qo‘llaniladi</a:t>
            </a:r>
            <a:endParaRPr lang="en-US" altLang="en-US"/>
          </a:p>
          <a:p>
            <a:r>
              <a:rPr lang="en-US" altLang="en-US"/>
              <a:t>User kim bo‘lishidan qat’i nazar ishlaydi</a:t>
            </a:r>
            <a:endParaRPr lang="en-US" altLang="en-US"/>
          </a:p>
          <a:p>
            <a:r>
              <a:rPr lang="en-US" altLang="en-US"/>
              <a:t>Misollar:</a:t>
            </a:r>
            <a:endParaRPr lang="en-US" altLang="en-US"/>
          </a:p>
          <a:p>
            <a:r>
              <a:rPr lang="en-US" altLang="en-US"/>
              <a:t>Password Policy</a:t>
            </a:r>
            <a:endParaRPr lang="en-US" altLang="en-US"/>
          </a:p>
          <a:p>
            <a:r>
              <a:rPr lang="en-US" altLang="en-US"/>
              <a:t>Windows Update settings</a:t>
            </a:r>
            <a:endParaRPr lang="en-US" altLang="en-US"/>
          </a:p>
          <a:p>
            <a:r>
              <a:rPr lang="en-US" altLang="en-US"/>
              <a:t>Firewall configuration</a:t>
            </a:r>
            <a:endParaRPr lang="en-US" altLang="en-US"/>
          </a:p>
          <a:p>
            <a:r>
              <a:rPr lang="en-US" altLang="en-US"/>
              <a:t>Startup scripts</a:t>
            </a: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6097270" y="1403350"/>
            <a:ext cx="6067425" cy="5454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>
                <a:sym typeface="+mn-ea"/>
              </a:rPr>
              <a:t>2) User Configuration</a:t>
            </a:r>
            <a:endParaRPr lang="en-US" altLang="en-US" sz="2800"/>
          </a:p>
          <a:p>
            <a:r>
              <a:rPr lang="en-US" altLang="en-US" sz="2800">
                <a:sym typeface="+mn-ea"/>
              </a:rPr>
              <a:t>User account ga bog‘liq</a:t>
            </a:r>
            <a:endParaRPr lang="en-US" altLang="en-US" sz="2800"/>
          </a:p>
          <a:p>
            <a:r>
              <a:rPr lang="en-US" altLang="en-US" sz="2800">
                <a:sym typeface="+mn-ea"/>
              </a:rPr>
              <a:t>User login qilganda qo‘llaniladi</a:t>
            </a:r>
            <a:endParaRPr lang="en-US" altLang="en-US" sz="2800"/>
          </a:p>
          <a:p>
            <a:r>
              <a:rPr lang="en-US" altLang="en-US" sz="2800">
                <a:sym typeface="+mn-ea"/>
              </a:rPr>
              <a:t>Kompyuter emas, user muhim</a:t>
            </a:r>
            <a:endParaRPr lang="en-US" altLang="en-US" sz="2800"/>
          </a:p>
          <a:p>
            <a:r>
              <a:rPr lang="en-US" altLang="en-US" sz="2800">
                <a:sym typeface="+mn-ea"/>
              </a:rPr>
              <a:t>Misollar:</a:t>
            </a:r>
            <a:endParaRPr lang="en-US" altLang="en-US" sz="2800"/>
          </a:p>
          <a:p>
            <a:r>
              <a:rPr lang="en-US" altLang="en-US" sz="2800">
                <a:sym typeface="+mn-ea"/>
              </a:rPr>
              <a:t>Desktop restrictions (taqiqlar)</a:t>
            </a:r>
            <a:endParaRPr lang="en-US" altLang="en-US" sz="2800"/>
          </a:p>
          <a:p>
            <a:r>
              <a:rPr lang="en-US" altLang="en-US" sz="2800">
                <a:sym typeface="+mn-ea"/>
              </a:rPr>
              <a:t>Control Panel access (ruxsat)</a:t>
            </a:r>
            <a:endParaRPr lang="en-US" altLang="en-US" sz="2800"/>
          </a:p>
          <a:p>
            <a:r>
              <a:rPr lang="en-US" altLang="en-US" sz="2800">
                <a:sym typeface="+mn-ea"/>
              </a:rPr>
              <a:t>Logon scripts (Ulanishdagi script)</a:t>
            </a:r>
            <a:endParaRPr lang="en-US" altLang="en-US" sz="2800"/>
          </a:p>
          <a:p>
            <a:r>
              <a:rPr lang="en-US" altLang="en-US" sz="2800">
                <a:sym typeface="+mn-ea"/>
              </a:rPr>
              <a:t>Folder redirection (Jild qaytayo’naltirish)</a:t>
            </a:r>
            <a:endParaRPr lang="en-US" altLang="en-US" sz="2800"/>
          </a:p>
          <a:p>
            <a:endParaRPr lang="en-US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GPO processing va LSDOU qoidasi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en-US" altLang="en-US"/>
              <a:t>GPO lar ma’lum ketma-ketlikda qo‘llaniladi. Bu ketma-ketlik LSDOU deb ataladi: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Local GPO</a:t>
            </a:r>
            <a:endParaRPr lang="en-US" altLang="en-US"/>
          </a:p>
          <a:p>
            <a:r>
              <a:rPr lang="en-US" altLang="en-US"/>
              <a:t>Site GPO</a:t>
            </a:r>
            <a:endParaRPr lang="en-US" altLang="en-US"/>
          </a:p>
          <a:p>
            <a:r>
              <a:rPr lang="en-US" altLang="en-US"/>
              <a:t>Domain GPO</a:t>
            </a:r>
            <a:endParaRPr lang="en-US" altLang="en-US"/>
          </a:p>
          <a:p>
            <a:r>
              <a:rPr lang="en-US" altLang="en-US"/>
              <a:t>OU GPO</a:t>
            </a:r>
            <a:endParaRPr lang="en-US" altLang="en-US"/>
          </a:p>
          <a:p>
            <a:r>
              <a:rPr lang="en-US" altLang="en-US"/>
              <a:t>Agar bir xil sozlama bir nechta joyda mavjud bo‘lsa:</a:t>
            </a:r>
            <a:endParaRPr lang="en-US" altLang="en-US"/>
          </a:p>
          <a:p>
            <a:r>
              <a:rPr lang="en-US" altLang="en-US"/>
              <a:t>Eng oxirgi qo‘llanilgan GPO ustun bo‘ladi</a:t>
            </a:r>
            <a:endParaRPr lang="en-US" altLang="en-US"/>
          </a:p>
          <a:p>
            <a:r>
              <a:rPr lang="en-US" altLang="en-US"/>
              <a:t>Pastki OU yuqoridagi OU ni override qiladi.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Enforced va Block Inheritance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5"/>
          </a:xfrm>
        </p:spPr>
        <p:txBody>
          <a:bodyPr>
            <a:normAutofit lnSpcReduction="10000"/>
          </a:bodyPr>
          <a:p>
            <a:r>
              <a:rPr lang="en-US" altLang="en-US"/>
              <a:t>Enforced</a:t>
            </a:r>
            <a:endParaRPr lang="en-US" altLang="en-US"/>
          </a:p>
          <a:p>
            <a:r>
              <a:rPr lang="en-US" altLang="en-US"/>
              <a:t>Yuqori darajadagi GPO majburiy qilinadi</a:t>
            </a:r>
            <a:endParaRPr lang="en-US" altLang="en-US"/>
          </a:p>
          <a:p>
            <a:r>
              <a:rPr lang="en-US" altLang="en-US"/>
              <a:t>Pastki OU lar uni bekor qila olmaydi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Block Inheritance</a:t>
            </a:r>
            <a:endParaRPr lang="en-US" altLang="en-US"/>
          </a:p>
          <a:p>
            <a:r>
              <a:rPr lang="en-US" altLang="en-US"/>
              <a:t>OU darajasida ishlatiladi</a:t>
            </a:r>
            <a:endParaRPr lang="en-US" altLang="en-US"/>
          </a:p>
          <a:p>
            <a:r>
              <a:rPr lang="en-US" altLang="en-US"/>
              <a:t>Yuqoridan kelayotgan GPO larni bloklaydi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Eslatma:</a:t>
            </a:r>
            <a:endParaRPr lang="en-US" altLang="en-US"/>
          </a:p>
          <a:p>
            <a:r>
              <a:rPr lang="en-US" altLang="en-US"/>
              <a:t>Enforced qilingan GPO ni Block Inheritance ham to‘xtata olmaydi.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Security Filtering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GPO faqat: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Read</a:t>
            </a:r>
            <a:endParaRPr lang="en-US" altLang="en-US"/>
          </a:p>
          <a:p>
            <a:r>
              <a:rPr lang="en-US" altLang="en-US"/>
              <a:t>Apply Group Policy (apply=amalda qo’llash)</a:t>
            </a:r>
            <a:endParaRPr lang="en-US" altLang="en-US"/>
          </a:p>
          <a:p>
            <a:r>
              <a:rPr lang="en-US" altLang="en-US"/>
              <a:t>ruxsatlariga ega bo‘lgan user yoki computer larga ta’sir qiladi.</a:t>
            </a:r>
            <a:endParaRPr lang="en-US" altLang="en-US"/>
          </a:p>
          <a:p>
            <a:r>
              <a:rPr lang="en-US" altLang="en-US"/>
              <a:t>Security Filtering orqali:</a:t>
            </a:r>
            <a:endParaRPr lang="en-US" altLang="en-US"/>
          </a:p>
          <a:p>
            <a:r>
              <a:rPr lang="en-US" altLang="en-US"/>
              <a:t>GPO ni aniq user, group yoki computer ga cheklash mumkin</a:t>
            </a:r>
            <a:endParaRPr lang="en-US" altLang="en-US"/>
          </a:p>
          <a:p>
            <a:r>
              <a:rPr lang="en-US" altLang="en-US"/>
              <a:t>Keraksiz ta’sirning oldi olinad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WMI Filtering (Windows Managment Instrument)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WMI Filtering yordamida GPO: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Operatsion tizim versiyasiga</a:t>
            </a:r>
            <a:endParaRPr lang="en-US" altLang="en-US"/>
          </a:p>
          <a:p>
            <a:r>
              <a:rPr lang="en-US" altLang="en-US"/>
              <a:t>RAM hajmiga</a:t>
            </a:r>
            <a:endParaRPr lang="en-US" altLang="en-US"/>
          </a:p>
          <a:p>
            <a:r>
              <a:rPr lang="en-US" altLang="en-US"/>
              <a:t>Disk turiga</a:t>
            </a:r>
            <a:endParaRPr lang="en-US" altLang="en-US"/>
          </a:p>
          <a:p>
            <a:r>
              <a:rPr lang="en-US" altLang="en-US"/>
              <a:t>Laptop yoki Desktop ekanligiga</a:t>
            </a:r>
            <a:endParaRPr lang="en-US" altLang="en-US"/>
          </a:p>
          <a:p>
            <a:r>
              <a:rPr lang="en-US" altLang="en-US"/>
              <a:t>qarab qo‘llanilishi mumkin.</a:t>
            </a:r>
            <a:endParaRPr lang="en-US" altLang="en-US"/>
          </a:p>
          <a:p>
            <a:r>
              <a:rPr lang="en-US" altLang="en-US"/>
              <a:t>Bu juda kuchli mexanizm, lekin noto‘g‘ri ishlatilsa performance (ishlash sifati) ga salbiy ta’sir qiladi.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Administrative Templates va Registry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Administrative Templates — bu: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Registry asosida ishlovchi sozlamalar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ADM va ADMX fayllar orqali boshqariladi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GPO orqali o‘rnatilgan ko‘plab sozlamalar aslida: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Registry key va Registry value (qiymat)larni o‘zgartiradi.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Scripts va Software Deployment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Scripts</a:t>
            </a:r>
            <a:br>
              <a:rPr lang="en-US" altLang="en-US"/>
            </a:br>
            <a:r>
              <a:rPr lang="en-US" altLang="en-US"/>
              <a:t>Startup</a:t>
            </a:r>
            <a:br>
              <a:rPr lang="en-US" altLang="en-US"/>
            </a:br>
            <a:r>
              <a:rPr lang="en-US" altLang="en-US"/>
              <a:t>Shutdown</a:t>
            </a:r>
            <a:br>
              <a:rPr lang="en-US" altLang="en-US"/>
            </a:br>
            <a:r>
              <a:rPr lang="en-US" altLang="en-US"/>
              <a:t>Logon</a:t>
            </a:r>
            <a:br>
              <a:rPr lang="en-US" altLang="en-US"/>
            </a:br>
            <a:r>
              <a:rPr lang="en-US" altLang="en-US"/>
              <a:t>Logoff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Skriptlar orqali avtomatlashtirish amalga oshiriladi.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Software Deployment</a:t>
            </a:r>
            <a:br>
              <a:rPr lang="en-US" altLang="en-US"/>
            </a:br>
            <a:r>
              <a:rPr lang="en-US" altLang="en-US"/>
              <a:t>MSI paketlar orqali dastur o‘rnatish</a:t>
            </a:r>
            <a:br>
              <a:rPr lang="en-US" altLang="en-US"/>
            </a:br>
            <a:r>
              <a:rPr lang="en-US" altLang="en-US"/>
              <a:t>Assigned va Published tushunchalari</a:t>
            </a:r>
            <a:br>
              <a:rPr lang="en-US" altLang="en-US"/>
            </a:br>
            <a:r>
              <a:rPr lang="en-US" altLang="en-US"/>
              <a:t>User yoki Computer asosida deploy qilish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Group Policy Preferences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Group Policy Preferences:</a:t>
            </a:r>
            <a:endParaRPr lang="en-US" altLang="en-US"/>
          </a:p>
          <a:p>
            <a:r>
              <a:rPr lang="en-US" altLang="en-US"/>
              <a:t>Registry</a:t>
            </a:r>
            <a:br>
              <a:rPr lang="en-US" altLang="en-US"/>
            </a:br>
            <a:r>
              <a:rPr lang="en-US" altLang="en-US"/>
              <a:t>Drive mapping</a:t>
            </a:r>
            <a:br>
              <a:rPr lang="en-US" altLang="en-US"/>
            </a:br>
            <a:r>
              <a:rPr lang="en-US" altLang="en-US"/>
              <a:t>Printer</a:t>
            </a:r>
            <a:br>
              <a:rPr lang="en-US" altLang="en-US"/>
            </a:br>
            <a:r>
              <a:rPr lang="en-US" altLang="en-US"/>
              <a:t>Scheduled task</a:t>
            </a:r>
            <a:br>
              <a:rPr lang="en-US" altLang="en-US"/>
            </a:br>
            <a:r>
              <a:rPr lang="en-US" altLang="en-US"/>
              <a:t>Local user kabi elementlarni boshqaradi.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Bu sozlamalar:</a:t>
            </a:r>
            <a:br>
              <a:rPr lang="en-US" altLang="en-US"/>
            </a:br>
            <a:r>
              <a:rPr lang="en-US" altLang="en-US"/>
              <a:t>User tomonidan o‘zgartirilishi mumkin</a:t>
            </a:r>
            <a:br>
              <a:rPr lang="en-US" altLang="en-US"/>
            </a:br>
            <a:r>
              <a:rPr lang="en-US" altLang="en-US"/>
              <a:t>Classic policy (qoida)lardan farq qiladi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GPO troubleshooting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5000"/>
          </a:bodyPr>
          <a:p>
            <a:r>
              <a:rPr lang="en-US" altLang="en-US"/>
              <a:t>Asosiy troubleshooting vositalari: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gpresult</a:t>
            </a:r>
            <a:endParaRPr lang="en-US" altLang="en-US"/>
          </a:p>
          <a:p>
            <a:r>
              <a:rPr lang="en-US" altLang="en-US"/>
              <a:t>rsop.msc</a:t>
            </a:r>
            <a:endParaRPr lang="en-US" altLang="en-US"/>
          </a:p>
          <a:p>
            <a:r>
              <a:rPr lang="en-US" altLang="en-US"/>
              <a:t>Event Viewer</a:t>
            </a:r>
            <a:endParaRPr lang="en-US" altLang="en-US"/>
          </a:p>
          <a:p>
            <a:r>
              <a:rPr lang="en-US" altLang="en-US"/>
              <a:t>Group Policy Results Wizard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Eng ko‘p uchraydigan muammolar:</a:t>
            </a:r>
            <a:endParaRPr lang="en-US" altLang="en-US"/>
          </a:p>
          <a:p>
            <a:r>
              <a:rPr lang="en-US" altLang="en-US"/>
              <a:t>SYSVOL replication (almashtirib qo’yish)</a:t>
            </a:r>
            <a:endParaRPr lang="en-US" altLang="en-US"/>
          </a:p>
          <a:p>
            <a:r>
              <a:rPr lang="en-US" altLang="en-US"/>
              <a:t>Permission xatolari</a:t>
            </a:r>
            <a:endParaRPr lang="en-US" altLang="en-US"/>
          </a:p>
          <a:p>
            <a:r>
              <a:rPr lang="en-US" altLang="en-US"/>
              <a:t>Network muammolari</a:t>
            </a:r>
            <a:endParaRPr lang="en-US" altLang="en-US"/>
          </a:p>
          <a:p>
            <a:r>
              <a:rPr lang="en-US" altLang="en-US"/>
              <a:t>WMI Filtering xatolari</a:t>
            </a: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Eng yaxshi qo’llashlar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Har bir GPO aniq maqsadga ega bo‘lsin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Keraksiz sozlamalarni bitta GPO ga jamlamang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Naming (nomli) convention  dan foydalaning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Test OU da sinov qiling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Production (oxrgi mahsulot) ga birdan qo‘llamang</a:t>
            </a: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Xulosa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/>
              <a:t>Windows GPO — bu: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Katta tarmoqlar uchun ajralmas vosita</a:t>
            </a:r>
            <a:endParaRPr lang="en-US" altLang="en-US"/>
          </a:p>
          <a:p>
            <a:r>
              <a:rPr lang="en-US" altLang="en-US"/>
              <a:t>To‘g‘ri ishlatilsa xavfsizlik va boshqaruvni oshiradi</a:t>
            </a:r>
            <a:endParaRPr lang="en-US" altLang="en-US"/>
          </a:p>
          <a:p>
            <a:r>
              <a:rPr lang="en-US" altLang="en-US"/>
              <a:t>Noto‘g‘ri ishlatilsa esa jiddiy muammolarga olib keladi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Administrator uchun GPO ni chuqur tushunish — professional darajaning muhim belgisi hisoblanadi.</a:t>
            </a: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Mashqlar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/>
              <a:t>Win+R</a:t>
            </a:r>
            <a:br>
              <a:rPr lang="en-US"/>
            </a:br>
            <a:r>
              <a:rPr lang="en-US"/>
              <a:t>gpedit.msc</a:t>
            </a:r>
            <a:br>
              <a:rPr lang="en-US"/>
            </a:br>
            <a:br>
              <a:rPr lang="en-US"/>
            </a:br>
            <a:r>
              <a:rPr lang="en-US" altLang="en-US"/>
              <a:t>Quyidagi bo‘limlarni ochib chiqing: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Computer Configuration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User Configuration</a:t>
            </a:r>
            <a:br>
              <a:rPr lang="en-US" altLang="en-US"/>
            </a:br>
            <a:endParaRPr lang="en-US" altLang="en-US"/>
          </a:p>
          <a:p>
            <a:pPr marL="0" indent="0">
              <a:buNone/>
            </a:pPr>
            <a:r>
              <a:rPr lang="en-US" altLang="en-US"/>
              <a:t>Har bir bo‘lim ichida mavjud: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Administrative Templates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Windows Settings</a:t>
            </a:r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/>
              <a:t>Control Panel ni yopish (User Configuration)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5"/>
          </a:xfrm>
        </p:spPr>
        <p:txBody>
          <a:bodyPr>
            <a:normAutofit/>
          </a:bodyPr>
          <a:p>
            <a:r>
              <a:rPr lang="en-US" altLang="en-US"/>
              <a:t>User Configuration</a:t>
            </a:r>
            <a:endParaRPr lang="en-US" altLang="en-US"/>
          </a:p>
          <a:p>
            <a:r>
              <a:rPr lang="en-US" altLang="en-US"/>
              <a:t>→ Administrative Templates</a:t>
            </a:r>
            <a:endParaRPr lang="en-US" altLang="en-US"/>
          </a:p>
          <a:p>
            <a:r>
              <a:rPr lang="en-US" altLang="en-US"/>
              <a:t>→ Control Panel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Prohibit access to Control Panel and PC settings ni toping</a:t>
            </a:r>
            <a:endParaRPr lang="en-US" altLang="en-US"/>
          </a:p>
          <a:p>
            <a:r>
              <a:rPr lang="en-US" altLang="en-US"/>
              <a:t>Ikki marta bosing</a:t>
            </a:r>
            <a:endParaRPr lang="en-US" altLang="en-US"/>
          </a:p>
          <a:p>
            <a:r>
              <a:rPr lang="en-US" altLang="en-US"/>
              <a:t>Enabled qilib belgilang</a:t>
            </a:r>
            <a:endParaRPr lang="en-US" altLang="en-US"/>
          </a:p>
          <a:p>
            <a:r>
              <a:rPr lang="en-US" altLang="en-US"/>
              <a:t>Apply → OK</a:t>
            </a:r>
            <a:endParaRPr lang="en-US" altLang="en-US"/>
          </a:p>
          <a:p>
            <a:r>
              <a:rPr lang="en-US" altLang="en-US"/>
              <a:t>User logout qiling</a:t>
            </a:r>
            <a:endParaRPr lang="en-US" altLang="en-US"/>
          </a:p>
          <a:p>
            <a:r>
              <a:rPr lang="en-US" altLang="en-US"/>
              <a:t>Qayta login qiling                                    Natija: Control Panel ochilmaydi</a:t>
            </a: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Command Prompt ni bloklash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en-US" altLang="en-US"/>
              <a:t>User Configuration</a:t>
            </a:r>
            <a:endParaRPr lang="en-US" altLang="en-US"/>
          </a:p>
          <a:p>
            <a:r>
              <a:rPr lang="en-US" altLang="en-US"/>
              <a:t>→ Administrative Templates</a:t>
            </a:r>
            <a:endParaRPr lang="en-US" altLang="en-US"/>
          </a:p>
          <a:p>
            <a:r>
              <a:rPr lang="en-US" altLang="en-US"/>
              <a:t>→ System</a:t>
            </a:r>
            <a:endParaRPr lang="en-US" altLang="en-US"/>
          </a:p>
          <a:p>
            <a:pPr marL="0" indent="0">
              <a:buNone/>
            </a:pPr>
            <a:br>
              <a:rPr lang="en-US" altLang="en-US"/>
            </a:br>
            <a:r>
              <a:rPr lang="en-US" altLang="en-US"/>
              <a:t>Prevent access to the command prompt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Enabled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Option: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Disable the command prompt script processing → Yes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Apply → OK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Logout/Login                                              Natija: cmd ochilmaydi, bu xavfsizlik uchun</a:t>
            </a:r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Multiple Local Group Policy (Bir qancha GPU)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Run → mmc</a:t>
            </a:r>
            <a:endParaRPr lang="en-US" altLang="en-US"/>
          </a:p>
          <a:p>
            <a:r>
              <a:rPr lang="en-US" altLang="en-US"/>
              <a:t>File → Add/Remove Snap-in</a:t>
            </a:r>
            <a:endParaRPr lang="en-US" altLang="en-US"/>
          </a:p>
          <a:p>
            <a:r>
              <a:rPr lang="en-US" altLang="en-US"/>
              <a:t>Group Policy Object Editor</a:t>
            </a:r>
            <a:endParaRPr lang="en-US" altLang="en-US"/>
          </a:p>
          <a:p>
            <a:r>
              <a:rPr lang="en-US" altLang="en-US"/>
              <a:t>Add</a:t>
            </a:r>
            <a:endParaRPr lang="en-US" altLang="en-US"/>
          </a:p>
          <a:p>
            <a:r>
              <a:rPr lang="en-US" altLang="en-US"/>
              <a:t>Browse</a:t>
            </a:r>
            <a:endParaRPr lang="en-US" altLang="en-US"/>
          </a:p>
          <a:p>
            <a:r>
              <a:rPr lang="en-US" altLang="en-US"/>
              <a:t>Users tab</a:t>
            </a:r>
            <a:endParaRPr lang="en-US" altLang="en-US"/>
          </a:p>
          <a:p>
            <a:r>
              <a:rPr lang="en-US" altLang="en-US"/>
              <a:t>Masalan:</a:t>
            </a:r>
            <a:endParaRPr lang="en-US" altLang="en-US"/>
          </a:p>
          <a:p>
            <a:r>
              <a:rPr lang="en-US" altLang="en-US"/>
              <a:t>Non-Administrators</a:t>
            </a:r>
            <a:endParaRPr lang="en-US" altLang="en-US"/>
          </a:p>
          <a:p>
            <a:r>
              <a:rPr lang="en-US" altLang="en-US"/>
              <a:t>Finish → OK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5556</Words>
  <Application>WPS Presentation</Application>
  <PresentationFormat>Widescreen</PresentationFormat>
  <Paragraphs>221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Windows GPO</vt:lpstr>
      <vt:lpstr>Reja:</vt:lpstr>
      <vt:lpstr>PowerPoint 演示文稿</vt:lpstr>
      <vt:lpstr>Windows GPO ga kirish</vt:lpstr>
      <vt:lpstr>Active Directory va GPO o‘rtasidagi bog‘liqlik</vt:lpstr>
      <vt:lpstr>GPO arxitekturasi</vt:lpstr>
      <vt:lpstr>GPO turlari:  Computer Configuration va User Configuration</vt:lpstr>
      <vt:lpstr>GPO processing va LSDOU qoidasi</vt:lpstr>
      <vt:lpstr>Enforced va Block Inheritance</vt:lpstr>
      <vt:lpstr>Security Filtering</vt:lpstr>
      <vt:lpstr>WMI Filtering (Windows Managment Instrument)</vt:lpstr>
      <vt:lpstr>Administrative Templates va Registry</vt:lpstr>
      <vt:lpstr>Scripts va Software Deployment</vt:lpstr>
      <vt:lpstr>Group Policy Preferences</vt:lpstr>
      <vt:lpstr>GPO troubleshooting</vt:lpstr>
      <vt:lpstr>Eng yaxshi qo’llashlar</vt:lpstr>
      <vt:lpstr>Xulosa</vt:lpstr>
      <vt:lpstr>Mashqlar</vt:lpstr>
      <vt:lpstr>Control Panel ni yopish (User Configuration)</vt:lpstr>
      <vt:lpstr>Command Prompt ni bloklash</vt:lpstr>
      <vt:lpstr>Multiple Local Group Policy (Bir qancha GPU)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Penterasting</cp:lastModifiedBy>
  <cp:revision>4</cp:revision>
  <dcterms:created xsi:type="dcterms:W3CDTF">2025-07-23T00:59:00Z</dcterms:created>
  <dcterms:modified xsi:type="dcterms:W3CDTF">2026-01-16T03:39:41Z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6F4CF9005D144C0E9311E2799DDA6DF2_11</vt:lpwstr>
  </property>
  <property fmtid="{D5CDD505-2E9C-101B-9397-08002B2CF9AE}" pid="3" name="KSOProductBuildVer">
    <vt:lpwstr>1033-12.2.0.23196</vt:lpwstr>
  </property>
</Properties>
</file>