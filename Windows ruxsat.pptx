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12"/>
  </p:handoutMasterIdLst>
  <p:sldIdLst>
    <p:sldId id="340" r:id="rId4"/>
    <p:sldId id="341" r:id="rId6"/>
    <p:sldId id="372" r:id="rId7"/>
    <p:sldId id="376" r:id="rId8"/>
    <p:sldId id="381" r:id="rId9"/>
    <p:sldId id="373" r:id="rId10"/>
    <p:sldId id="413" r:id="rId11"/>
  </p:sldIdLst>
  <p:sldSz cx="12192000" cy="6858000"/>
  <p:notesSz cx="6858000" cy="9144000"/>
  <p:embeddedFontLst>
    <p:embeddedFont>
      <p:font typeface="Inter" panose="02000503000000020004" charset="0"/>
      <p:regular r:id="rId16"/>
      <p:bold r:id="rId17"/>
    </p:embeddedFont>
    <p:embeddedFont>
      <p:font typeface="Inter Black" panose="02000503000000020004" charset="0"/>
      <p:bold r:id="rId18"/>
    </p:embeddedFont>
  </p:embeddedFontLst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DBF8"/>
    <a:srgbClr val="4AC7F9"/>
    <a:srgbClr val="47B2FA"/>
    <a:srgbClr val="54A6FB"/>
    <a:srgbClr val="4589FB"/>
    <a:srgbClr val="4675FC"/>
    <a:srgbClr val="54FDED"/>
    <a:srgbClr val="4EE4F0"/>
    <a:srgbClr val="49CCF3"/>
    <a:srgbClr val="44B3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161.xml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</a:fld>
            <a:endParaRPr lang="zh-CN" altLang="en-US"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</a:fld>
            <a:endParaRPr lang="zh-CN" altLang="en-US"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32.xml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6" Type="http://schemas.openxmlformats.org/officeDocument/2006/relationships/notesSlide" Target="../notesSlides/notesSlide1.xml"/><Relationship Id="rId25" Type="http://schemas.openxmlformats.org/officeDocument/2006/relationships/slideLayout" Target="../slideLayouts/slideLayout12.xml"/><Relationship Id="rId24" Type="http://schemas.openxmlformats.org/officeDocument/2006/relationships/tags" Target="../tags/tag147.xml"/><Relationship Id="rId23" Type="http://schemas.openxmlformats.org/officeDocument/2006/relationships/tags" Target="../tags/tag146.xml"/><Relationship Id="rId22" Type="http://schemas.openxmlformats.org/officeDocument/2006/relationships/tags" Target="../tags/tag145.xml"/><Relationship Id="rId21" Type="http://schemas.openxmlformats.org/officeDocument/2006/relationships/tags" Target="../tags/tag144.xml"/><Relationship Id="rId20" Type="http://schemas.openxmlformats.org/officeDocument/2006/relationships/tags" Target="../tags/tag143.xml"/><Relationship Id="rId2" Type="http://schemas.openxmlformats.org/officeDocument/2006/relationships/tags" Target="../tags/tag125.xml"/><Relationship Id="rId19" Type="http://schemas.openxmlformats.org/officeDocument/2006/relationships/tags" Target="../tags/tag142.xml"/><Relationship Id="rId18" Type="http://schemas.openxmlformats.org/officeDocument/2006/relationships/tags" Target="../tags/tag141.xml"/><Relationship Id="rId17" Type="http://schemas.openxmlformats.org/officeDocument/2006/relationships/tags" Target="../tags/tag140.xml"/><Relationship Id="rId16" Type="http://schemas.openxmlformats.org/officeDocument/2006/relationships/tags" Target="../tags/tag139.xml"/><Relationship Id="rId15" Type="http://schemas.openxmlformats.org/officeDocument/2006/relationships/tags" Target="../tags/tag138.xml"/><Relationship Id="rId14" Type="http://schemas.openxmlformats.org/officeDocument/2006/relationships/tags" Target="../tags/tag137.xml"/><Relationship Id="rId13" Type="http://schemas.openxmlformats.org/officeDocument/2006/relationships/tags" Target="../tags/tag136.xml"/><Relationship Id="rId12" Type="http://schemas.openxmlformats.org/officeDocument/2006/relationships/tags" Target="../tags/tag135.xml"/><Relationship Id="rId11" Type="http://schemas.openxmlformats.org/officeDocument/2006/relationships/tags" Target="../tags/tag134.xml"/><Relationship Id="rId10" Type="http://schemas.openxmlformats.org/officeDocument/2006/relationships/tags" Target="../tags/tag13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50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54.xml"/><Relationship Id="rId3" Type="http://schemas.openxmlformats.org/officeDocument/2006/relationships/image" Target="../media/image4.png"/><Relationship Id="rId2" Type="http://schemas.openxmlformats.org/officeDocument/2006/relationships/tags" Target="../tags/tag153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56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tags" Target="../tags/tag155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58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tags" Target="../tags/tag157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51" descr="VCG21128005867512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4445" y="0"/>
            <a:ext cx="12160885" cy="6857365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"/>
            </p:custDataLst>
          </p:nvPr>
        </p:nvSpPr>
        <p:spPr>
          <a:xfrm>
            <a:off x="1078865" y="2808605"/>
            <a:ext cx="1035177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4000">
                <a:solidFill>
                  <a:schemeClr val="accent6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Ruxsatnoma Tizimi Windows</a:t>
            </a:r>
            <a:endParaRPr lang="en-US" altLang="zh-CN" sz="4000">
              <a:solidFill>
                <a:schemeClr val="accent6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</a:endParaRPr>
          </a:p>
        </p:txBody>
      </p:sp>
      <p:sp>
        <p:nvSpPr>
          <p:cNvPr id="22" name="任意多边形: 形状 14"/>
          <p:cNvSpPr/>
          <p:nvPr>
            <p:custDataLst>
              <p:tags r:id="rId3"/>
            </p:custDataLst>
          </p:nvPr>
        </p:nvSpPr>
        <p:spPr>
          <a:xfrm>
            <a:off x="2378151" y="3695936"/>
            <a:ext cx="7438409" cy="110315"/>
          </a:xfrm>
          <a:custGeom>
            <a:avLst/>
            <a:gdLst>
              <a:gd name="connsiteX0" fmla="*/ 0 w 10926501"/>
              <a:gd name="connsiteY0" fmla="*/ 0 h 162045"/>
              <a:gd name="connsiteX1" fmla="*/ 3761772 w 10926501"/>
              <a:gd name="connsiteY1" fmla="*/ 0 h 162045"/>
              <a:gd name="connsiteX2" fmla="*/ 3923817 w 10926501"/>
              <a:gd name="connsiteY2" fmla="*/ 162045 h 162045"/>
              <a:gd name="connsiteX3" fmla="*/ 6979534 w 10926501"/>
              <a:gd name="connsiteY3" fmla="*/ 162045 h 162045"/>
              <a:gd name="connsiteX4" fmla="*/ 7141579 w 10926501"/>
              <a:gd name="connsiteY4" fmla="*/ 0 h 162045"/>
              <a:gd name="connsiteX5" fmla="*/ 10926501 w 10926501"/>
              <a:gd name="connsiteY5" fmla="*/ 0 h 16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6501" h="162045">
                <a:moveTo>
                  <a:pt x="0" y="0"/>
                </a:moveTo>
                <a:lnTo>
                  <a:pt x="3761772" y="0"/>
                </a:lnTo>
                <a:lnTo>
                  <a:pt x="3923817" y="162045"/>
                </a:lnTo>
                <a:lnTo>
                  <a:pt x="6979534" y="162045"/>
                </a:lnTo>
                <a:lnTo>
                  <a:pt x="7141579" y="0"/>
                </a:lnTo>
                <a:lnTo>
                  <a:pt x="10926501" y="0"/>
                </a:lnTo>
              </a:path>
            </a:pathLst>
          </a:custGeom>
          <a:noFill/>
          <a:ln w="38100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59" name="任意多边形: 形状 158"/>
          <p:cNvSpPr/>
          <p:nvPr/>
        </p:nvSpPr>
        <p:spPr>
          <a:xfrm>
            <a:off x="4577080" y="4077335"/>
            <a:ext cx="2934335" cy="559435"/>
          </a:xfrm>
          <a:custGeom>
            <a:avLst/>
            <a:gdLst>
              <a:gd name="connsiteX0" fmla="*/ 0 w 2880000"/>
              <a:gd name="connsiteY0" fmla="*/ 0 h 3600000"/>
              <a:gd name="connsiteX1" fmla="*/ 882815 w 2880000"/>
              <a:gd name="connsiteY1" fmla="*/ 0 h 3600000"/>
              <a:gd name="connsiteX2" fmla="*/ 942863 w 2880000"/>
              <a:gd name="connsiteY2" fmla="*/ 60048 h 3600000"/>
              <a:gd name="connsiteX3" fmla="*/ 1902766 w 2880000"/>
              <a:gd name="connsiteY3" fmla="*/ 60048 h 3600000"/>
              <a:gd name="connsiteX4" fmla="*/ 1962813 w 2880000"/>
              <a:gd name="connsiteY4" fmla="*/ 0 h 3600000"/>
              <a:gd name="connsiteX5" fmla="*/ 2880000 w 2880000"/>
              <a:gd name="connsiteY5" fmla="*/ 0 h 3600000"/>
              <a:gd name="connsiteX6" fmla="*/ 2880000 w 2880000"/>
              <a:gd name="connsiteY6" fmla="*/ 3600000 h 3600000"/>
              <a:gd name="connsiteX7" fmla="*/ 1957099 w 2880000"/>
              <a:gd name="connsiteY7" fmla="*/ 3600000 h 3600000"/>
              <a:gd name="connsiteX8" fmla="*/ 1902766 w 2880000"/>
              <a:gd name="connsiteY8" fmla="*/ 3545666 h 3600000"/>
              <a:gd name="connsiteX9" fmla="*/ 942863 w 2880000"/>
              <a:gd name="connsiteY9" fmla="*/ 3545666 h 3600000"/>
              <a:gd name="connsiteX10" fmla="*/ 888529 w 2880000"/>
              <a:gd name="connsiteY10" fmla="*/ 3600000 h 3600000"/>
              <a:gd name="connsiteX11" fmla="*/ 0 w 2880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80000" h="3600000">
                <a:moveTo>
                  <a:pt x="0" y="0"/>
                </a:moveTo>
                <a:lnTo>
                  <a:pt x="882815" y="0"/>
                </a:lnTo>
                <a:lnTo>
                  <a:pt x="942863" y="60048"/>
                </a:lnTo>
                <a:lnTo>
                  <a:pt x="1902766" y="60048"/>
                </a:lnTo>
                <a:lnTo>
                  <a:pt x="1962813" y="0"/>
                </a:lnTo>
                <a:lnTo>
                  <a:pt x="2880000" y="0"/>
                </a:lnTo>
                <a:lnTo>
                  <a:pt x="2880000" y="3600000"/>
                </a:lnTo>
                <a:lnTo>
                  <a:pt x="1957099" y="3600000"/>
                </a:lnTo>
                <a:lnTo>
                  <a:pt x="1902766" y="3545666"/>
                </a:lnTo>
                <a:lnTo>
                  <a:pt x="942863" y="3545666"/>
                </a:lnTo>
                <a:lnTo>
                  <a:pt x="888529" y="3600000"/>
                </a:lnTo>
                <a:lnTo>
                  <a:pt x="0" y="3600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  <a:gs pos="94000">
                <a:schemeClr val="accent1"/>
              </a:gs>
              <a:gs pos="25000">
                <a:schemeClr val="accent1">
                  <a:alpha val="0"/>
                </a:schemeClr>
              </a:gs>
            </a:gsLst>
            <a:lin ang="0" scaled="0"/>
          </a:gradFill>
          <a:ln w="19050">
            <a:gradFill>
              <a:gsLst>
                <a:gs pos="0">
                  <a:schemeClr val="accent6"/>
                </a:gs>
                <a:gs pos="100000">
                  <a:schemeClr val="accent1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 dirty="0">
              <a:cs typeface="Inter" panose="02000503000000020004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4"/>
            </p:custDataLst>
          </p:nvPr>
        </p:nvSpPr>
        <p:spPr>
          <a:xfrm>
            <a:off x="4478020" y="4157028"/>
            <a:ext cx="32385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000" dirty="0">
                <a:solidFill>
                  <a:schemeClr val="lt2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Doston Abdullayev</a:t>
            </a:r>
            <a:endParaRPr lang="en-US" sz="2000" dirty="0">
              <a:solidFill>
                <a:schemeClr val="lt2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41" name="任意多边形: 形状 138"/>
          <p:cNvSpPr/>
          <p:nvPr>
            <p:custDataLst>
              <p:tags r:id="rId5"/>
            </p:custDataLst>
          </p:nvPr>
        </p:nvSpPr>
        <p:spPr>
          <a:xfrm>
            <a:off x="308610" y="503873"/>
            <a:ext cx="11576685" cy="585025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5" name="任意多边形: 形状 21"/>
          <p:cNvSpPr/>
          <p:nvPr>
            <p:custDataLst>
              <p:tags r:id="rId6"/>
            </p:custDataLst>
          </p:nvPr>
        </p:nvSpPr>
        <p:spPr>
          <a:xfrm rot="16200000" flipV="1">
            <a:off x="-2199640" y="3370898"/>
            <a:ext cx="4707890" cy="116205"/>
          </a:xfrm>
          <a:custGeom>
            <a:avLst/>
            <a:gdLst>
              <a:gd name="connsiteX0" fmla="*/ 0 w 3238500"/>
              <a:gd name="connsiteY0" fmla="*/ 118110 h 118110"/>
              <a:gd name="connsiteX1" fmla="*/ 118110 w 3238500"/>
              <a:gd name="connsiteY1" fmla="*/ 0 h 118110"/>
              <a:gd name="connsiteX2" fmla="*/ 3124200 w 3238500"/>
              <a:gd name="connsiteY2" fmla="*/ 0 h 118110"/>
              <a:gd name="connsiteX3" fmla="*/ 3238500 w 3238500"/>
              <a:gd name="connsiteY3" fmla="*/ 114300 h 11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118110">
                <a:moveTo>
                  <a:pt x="0" y="118110"/>
                </a:moveTo>
                <a:lnTo>
                  <a:pt x="118110" y="0"/>
                </a:lnTo>
                <a:lnTo>
                  <a:pt x="3124200" y="0"/>
                </a:lnTo>
                <a:lnTo>
                  <a:pt x="3238500" y="114300"/>
                </a:lnTo>
              </a:path>
            </a:pathLst>
          </a:custGeom>
          <a:noFill/>
          <a:ln w="9525">
            <a:solidFill>
              <a:schemeClr val="accent1">
                <a:alpha val="70000"/>
              </a:schemeClr>
            </a:solidFill>
            <a:headEnd type="oval" w="sm" len="sm"/>
            <a:tailEnd type="oval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317818" y="176530"/>
            <a:ext cx="11556365" cy="135890"/>
            <a:chOff x="625" y="278"/>
            <a:chExt cx="18199" cy="214"/>
          </a:xfrm>
        </p:grpSpPr>
        <p:sp>
          <p:nvSpPr>
            <p:cNvPr id="24" name="任意多边形: 形状 21"/>
            <p:cNvSpPr/>
            <p:nvPr>
              <p:custDataLst>
                <p:tags r:id="rId7"/>
              </p:custDataLst>
            </p:nvPr>
          </p:nvSpPr>
          <p:spPr>
            <a:xfrm flipV="1">
              <a:off x="7028" y="278"/>
              <a:ext cx="5889" cy="215"/>
            </a:xfrm>
            <a:custGeom>
              <a:avLst/>
              <a:gdLst>
                <a:gd name="connsiteX0" fmla="*/ 0 w 3238500"/>
                <a:gd name="connsiteY0" fmla="*/ 118110 h 118110"/>
                <a:gd name="connsiteX1" fmla="*/ 118110 w 3238500"/>
                <a:gd name="connsiteY1" fmla="*/ 0 h 118110"/>
                <a:gd name="connsiteX2" fmla="*/ 3124200 w 3238500"/>
                <a:gd name="connsiteY2" fmla="*/ 0 h 118110"/>
                <a:gd name="connsiteX3" fmla="*/ 3238500 w 3238500"/>
                <a:gd name="connsiteY3" fmla="*/ 114300 h 11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8500" h="118110">
                  <a:moveTo>
                    <a:pt x="0" y="118110"/>
                  </a:moveTo>
                  <a:lnTo>
                    <a:pt x="118110" y="0"/>
                  </a:lnTo>
                  <a:lnTo>
                    <a:pt x="3124200" y="0"/>
                  </a:lnTo>
                  <a:lnTo>
                    <a:pt x="3238500" y="11430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headEnd type="oval" w="sm" len="sm"/>
              <a:tailEnd type="oval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cxnSp>
          <p:nvCxnSpPr>
            <p:cNvPr id="9" name="直接连接符 8"/>
            <p:cNvCxnSpPr/>
            <p:nvPr>
              <p:custDataLst>
                <p:tags r:id="rId8"/>
              </p:custDataLst>
            </p:nvPr>
          </p:nvCxnSpPr>
          <p:spPr>
            <a:xfrm flipH="1" flipV="1">
              <a:off x="625" y="278"/>
              <a:ext cx="6402" cy="4"/>
            </a:xfrm>
            <a:prstGeom prst="line">
              <a:avLst/>
            </a:prstGeom>
            <a:ln>
              <a:gradFill>
                <a:gsLst>
                  <a:gs pos="0">
                    <a:srgbClr val="4675FC"/>
                  </a:gs>
                  <a:gs pos="49000">
                    <a:srgbClr val="4675FC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>
              <p:custDataLst>
                <p:tags r:id="rId9"/>
              </p:custDataLst>
            </p:nvPr>
          </p:nvCxnSpPr>
          <p:spPr>
            <a:xfrm flipH="1" flipV="1">
              <a:off x="12954" y="278"/>
              <a:ext cx="5871" cy="68"/>
            </a:xfrm>
            <a:prstGeom prst="line">
              <a:avLst/>
            </a:prstGeom>
            <a:ln>
              <a:gradFill>
                <a:gsLst>
                  <a:gs pos="39000">
                    <a:srgbClr val="4675FC">
                      <a:alpha val="0"/>
                    </a:srgbClr>
                  </a:gs>
                  <a:gs pos="55000">
                    <a:srgbClr val="4675FC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 rot="16200000">
            <a:off x="11279505" y="749082"/>
            <a:ext cx="252730" cy="375920"/>
            <a:chOff x="17336" y="1136"/>
            <a:chExt cx="466" cy="911"/>
          </a:xfrm>
          <a:solidFill>
            <a:srgbClr val="2CF5FC"/>
          </a:solidFill>
        </p:grpSpPr>
        <p:sp>
          <p:nvSpPr>
            <p:cNvPr id="14" name="矩形 13"/>
            <p:cNvSpPr/>
            <p:nvPr>
              <p:custDataLst>
                <p:tags r:id="rId10"/>
              </p:custDataLst>
            </p:nvPr>
          </p:nvSpPr>
          <p:spPr>
            <a:xfrm>
              <a:off x="17448" y="1136"/>
              <a:ext cx="241" cy="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>
                <a:noFill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40" name="矩形 39"/>
            <p:cNvSpPr/>
            <p:nvPr>
              <p:custDataLst>
                <p:tags r:id="rId11"/>
              </p:custDataLst>
            </p:nvPr>
          </p:nvSpPr>
          <p:spPr>
            <a:xfrm>
              <a:off x="17448" y="1532"/>
              <a:ext cx="241" cy="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>
                <a:noFill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42" name="矩形 41"/>
            <p:cNvSpPr/>
            <p:nvPr>
              <p:custDataLst>
                <p:tags r:id="rId12"/>
              </p:custDataLst>
            </p:nvPr>
          </p:nvSpPr>
          <p:spPr>
            <a:xfrm>
              <a:off x="17336" y="1334"/>
              <a:ext cx="466" cy="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>
                <a:noFill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43" name="矩形 42"/>
            <p:cNvSpPr/>
            <p:nvPr>
              <p:custDataLst>
                <p:tags r:id="rId13"/>
              </p:custDataLst>
            </p:nvPr>
          </p:nvSpPr>
          <p:spPr>
            <a:xfrm>
              <a:off x="17336" y="1729"/>
              <a:ext cx="466" cy="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>
                <a:noFill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44" name="矩形 43"/>
            <p:cNvSpPr/>
            <p:nvPr>
              <p:custDataLst>
                <p:tags r:id="rId14"/>
              </p:custDataLst>
            </p:nvPr>
          </p:nvSpPr>
          <p:spPr>
            <a:xfrm>
              <a:off x="17448" y="1927"/>
              <a:ext cx="241" cy="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>
                <a:noFill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</p:grpSp>
      <p:sp>
        <p:nvSpPr>
          <p:cNvPr id="29" name="矩形 28"/>
          <p:cNvSpPr/>
          <p:nvPr>
            <p:custDataLst>
              <p:tags r:id="rId15"/>
            </p:custDataLst>
          </p:nvPr>
        </p:nvSpPr>
        <p:spPr>
          <a:xfrm>
            <a:off x="760730" y="5462270"/>
            <a:ext cx="187960" cy="4394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31" name="组合 30"/>
          <p:cNvGrpSpPr/>
          <p:nvPr/>
        </p:nvGrpSpPr>
        <p:grpSpPr>
          <a:xfrm rot="10800000">
            <a:off x="317818" y="6526530"/>
            <a:ext cx="11556365" cy="135890"/>
            <a:chOff x="625" y="278"/>
            <a:chExt cx="18199" cy="214"/>
          </a:xfrm>
        </p:grpSpPr>
        <p:sp>
          <p:nvSpPr>
            <p:cNvPr id="32" name="任意多边形: 形状 21"/>
            <p:cNvSpPr/>
            <p:nvPr>
              <p:custDataLst>
                <p:tags r:id="rId16"/>
              </p:custDataLst>
            </p:nvPr>
          </p:nvSpPr>
          <p:spPr>
            <a:xfrm flipV="1">
              <a:off x="7028" y="278"/>
              <a:ext cx="5889" cy="215"/>
            </a:xfrm>
            <a:custGeom>
              <a:avLst/>
              <a:gdLst>
                <a:gd name="connsiteX0" fmla="*/ 0 w 3238500"/>
                <a:gd name="connsiteY0" fmla="*/ 118110 h 118110"/>
                <a:gd name="connsiteX1" fmla="*/ 118110 w 3238500"/>
                <a:gd name="connsiteY1" fmla="*/ 0 h 118110"/>
                <a:gd name="connsiteX2" fmla="*/ 3124200 w 3238500"/>
                <a:gd name="connsiteY2" fmla="*/ 0 h 118110"/>
                <a:gd name="connsiteX3" fmla="*/ 3238500 w 3238500"/>
                <a:gd name="connsiteY3" fmla="*/ 114300 h 11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8500" h="118110">
                  <a:moveTo>
                    <a:pt x="0" y="118110"/>
                  </a:moveTo>
                  <a:lnTo>
                    <a:pt x="118110" y="0"/>
                  </a:lnTo>
                  <a:lnTo>
                    <a:pt x="3124200" y="0"/>
                  </a:lnTo>
                  <a:lnTo>
                    <a:pt x="3238500" y="11430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headEnd type="oval" w="sm" len="sm"/>
              <a:tailEnd type="oval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cxnSp>
          <p:nvCxnSpPr>
            <p:cNvPr id="34" name="直接连接符 33"/>
            <p:cNvCxnSpPr/>
            <p:nvPr>
              <p:custDataLst>
                <p:tags r:id="rId17"/>
              </p:custDataLst>
            </p:nvPr>
          </p:nvCxnSpPr>
          <p:spPr>
            <a:xfrm flipH="1" flipV="1">
              <a:off x="625" y="278"/>
              <a:ext cx="6402" cy="4"/>
            </a:xfrm>
            <a:prstGeom prst="line">
              <a:avLst/>
            </a:prstGeom>
            <a:ln>
              <a:gradFill>
                <a:gsLst>
                  <a:gs pos="0">
                    <a:srgbClr val="4675FC"/>
                  </a:gs>
                  <a:gs pos="49000">
                    <a:srgbClr val="4675FC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18"/>
              </p:custDataLst>
            </p:nvPr>
          </p:nvCxnSpPr>
          <p:spPr>
            <a:xfrm flipH="1" flipV="1">
              <a:off x="12954" y="278"/>
              <a:ext cx="5871" cy="68"/>
            </a:xfrm>
            <a:prstGeom prst="line">
              <a:avLst/>
            </a:prstGeom>
            <a:ln>
              <a:gradFill>
                <a:gsLst>
                  <a:gs pos="39000">
                    <a:srgbClr val="4675FC">
                      <a:alpha val="0"/>
                    </a:srgbClr>
                  </a:gs>
                  <a:gs pos="55000">
                    <a:srgbClr val="4675FC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任意多边形: 形状 21"/>
          <p:cNvSpPr/>
          <p:nvPr>
            <p:custDataLst>
              <p:tags r:id="rId19"/>
            </p:custDataLst>
          </p:nvPr>
        </p:nvSpPr>
        <p:spPr>
          <a:xfrm rot="5400000" flipH="1" flipV="1">
            <a:off x="9685655" y="3370898"/>
            <a:ext cx="4707890" cy="116205"/>
          </a:xfrm>
          <a:custGeom>
            <a:avLst/>
            <a:gdLst>
              <a:gd name="connsiteX0" fmla="*/ 0 w 3238500"/>
              <a:gd name="connsiteY0" fmla="*/ 118110 h 118110"/>
              <a:gd name="connsiteX1" fmla="*/ 118110 w 3238500"/>
              <a:gd name="connsiteY1" fmla="*/ 0 h 118110"/>
              <a:gd name="connsiteX2" fmla="*/ 3124200 w 3238500"/>
              <a:gd name="connsiteY2" fmla="*/ 0 h 118110"/>
              <a:gd name="connsiteX3" fmla="*/ 3238500 w 3238500"/>
              <a:gd name="connsiteY3" fmla="*/ 114300 h 11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118110">
                <a:moveTo>
                  <a:pt x="0" y="118110"/>
                </a:moveTo>
                <a:lnTo>
                  <a:pt x="118110" y="0"/>
                </a:lnTo>
                <a:lnTo>
                  <a:pt x="3124200" y="0"/>
                </a:lnTo>
                <a:lnTo>
                  <a:pt x="3238500" y="114300"/>
                </a:lnTo>
              </a:path>
            </a:pathLst>
          </a:custGeom>
          <a:noFill/>
          <a:ln w="9525">
            <a:solidFill>
              <a:schemeClr val="accent1">
                <a:alpha val="70000"/>
              </a:schemeClr>
            </a:solidFill>
            <a:headEnd type="oval" w="sm" len="sm"/>
            <a:tailEnd type="oval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55" name="半闭框 54"/>
          <p:cNvSpPr/>
          <p:nvPr/>
        </p:nvSpPr>
        <p:spPr>
          <a:xfrm rot="10800000" flipH="1" flipV="1">
            <a:off x="4478094" y="3986406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sp>
        <p:nvSpPr>
          <p:cNvPr id="39" name="半闭框 38"/>
          <p:cNvSpPr/>
          <p:nvPr/>
        </p:nvSpPr>
        <p:spPr>
          <a:xfrm flipH="1" flipV="1">
            <a:off x="7279714" y="4415666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sp>
        <p:nvSpPr>
          <p:cNvPr id="46" name="矩形 45"/>
          <p:cNvSpPr/>
          <p:nvPr>
            <p:custDataLst>
              <p:tags r:id="rId20"/>
            </p:custDataLst>
          </p:nvPr>
        </p:nvSpPr>
        <p:spPr>
          <a:xfrm>
            <a:off x="890905" y="5485765"/>
            <a:ext cx="187960" cy="19939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47" name="矩形 46"/>
          <p:cNvSpPr/>
          <p:nvPr>
            <p:custDataLst>
              <p:tags r:id="rId21"/>
            </p:custDataLst>
          </p:nvPr>
        </p:nvSpPr>
        <p:spPr>
          <a:xfrm>
            <a:off x="11586845" y="5439410"/>
            <a:ext cx="76200" cy="4394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48" name="矩形 47"/>
          <p:cNvSpPr/>
          <p:nvPr>
            <p:custDataLst>
              <p:tags r:id="rId22"/>
            </p:custDataLst>
          </p:nvPr>
        </p:nvSpPr>
        <p:spPr>
          <a:xfrm flipH="1">
            <a:off x="11461750" y="5718175"/>
            <a:ext cx="150495" cy="1606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49" name="矩形 48"/>
          <p:cNvSpPr/>
          <p:nvPr>
            <p:custDataLst>
              <p:tags r:id="rId23"/>
            </p:custDataLst>
          </p:nvPr>
        </p:nvSpPr>
        <p:spPr>
          <a:xfrm flipH="1">
            <a:off x="11430635" y="5520690"/>
            <a:ext cx="85725" cy="914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</p:spTree>
    <p:custDataLst>
      <p:tags r:id="rId2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 descr="VCG211280058674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 rot="10800000">
            <a:off x="0" y="0"/>
            <a:ext cx="12192635" cy="6858000"/>
          </a:xfrm>
          <a:prstGeom prst="rect">
            <a:avLst/>
          </a:prstGeom>
        </p:spPr>
      </p:pic>
      <p:sp>
        <p:nvSpPr>
          <p:cNvPr id="3" name="任意多边形: 形状 14"/>
          <p:cNvSpPr/>
          <p:nvPr>
            <p:custDataLst>
              <p:tags r:id="rId2"/>
            </p:custDataLst>
          </p:nvPr>
        </p:nvSpPr>
        <p:spPr>
          <a:xfrm>
            <a:off x="2376796" y="1261981"/>
            <a:ext cx="7438409" cy="110315"/>
          </a:xfrm>
          <a:custGeom>
            <a:avLst/>
            <a:gdLst>
              <a:gd name="connsiteX0" fmla="*/ 0 w 10926501"/>
              <a:gd name="connsiteY0" fmla="*/ 0 h 162045"/>
              <a:gd name="connsiteX1" fmla="*/ 3761772 w 10926501"/>
              <a:gd name="connsiteY1" fmla="*/ 0 h 162045"/>
              <a:gd name="connsiteX2" fmla="*/ 3923817 w 10926501"/>
              <a:gd name="connsiteY2" fmla="*/ 162045 h 162045"/>
              <a:gd name="connsiteX3" fmla="*/ 6979534 w 10926501"/>
              <a:gd name="connsiteY3" fmla="*/ 162045 h 162045"/>
              <a:gd name="connsiteX4" fmla="*/ 7141579 w 10926501"/>
              <a:gd name="connsiteY4" fmla="*/ 0 h 162045"/>
              <a:gd name="connsiteX5" fmla="*/ 10926501 w 10926501"/>
              <a:gd name="connsiteY5" fmla="*/ 0 h 16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6501" h="162045">
                <a:moveTo>
                  <a:pt x="0" y="0"/>
                </a:moveTo>
                <a:lnTo>
                  <a:pt x="3761772" y="0"/>
                </a:lnTo>
                <a:lnTo>
                  <a:pt x="3923817" y="162045"/>
                </a:lnTo>
                <a:lnTo>
                  <a:pt x="6979534" y="162045"/>
                </a:lnTo>
                <a:lnTo>
                  <a:pt x="7141579" y="0"/>
                </a:lnTo>
                <a:lnTo>
                  <a:pt x="10926501" y="0"/>
                </a:lnTo>
              </a:path>
            </a:pathLst>
          </a:custGeom>
          <a:noFill/>
          <a:ln w="19050">
            <a:gradFill>
              <a:gsLst>
                <a:gs pos="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38" name="文本框 37"/>
          <p:cNvSpPr txBox="1"/>
          <p:nvPr>
            <p:custDataLst>
              <p:tags r:id="rId3"/>
            </p:custDataLst>
          </p:nvPr>
        </p:nvSpPr>
        <p:spPr>
          <a:xfrm>
            <a:off x="4150995" y="493395"/>
            <a:ext cx="38900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 sz="4400">
                <a:solidFill>
                  <a:schemeClr val="lt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Windows</a:t>
            </a:r>
            <a:endParaRPr lang="en-US" altLang="zh-CN" sz="4400">
              <a:solidFill>
                <a:schemeClr val="lt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95935" y="1518285"/>
            <a:ext cx="1162685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2"/>
                </a:solidFill>
              </a:rPr>
              <a:t>Ruxst turlari:</a:t>
            </a:r>
            <a:br>
              <a:rPr lang="en-US">
                <a:solidFill>
                  <a:schemeClr val="bg2"/>
                </a:solidFill>
              </a:rPr>
            </a:br>
            <a:br>
              <a:rPr lang="en-US">
                <a:solidFill>
                  <a:schemeClr val="bg2"/>
                </a:solidFill>
              </a:rPr>
            </a:br>
            <a:r>
              <a:rPr lang="en-US">
                <a:solidFill>
                  <a:schemeClr val="bg2"/>
                </a:solidFill>
              </a:rPr>
              <a:t>Full Control:                      Read+Write+Change+Delete</a:t>
            </a:r>
            <a:br>
              <a:rPr lang="en-US">
                <a:solidFill>
                  <a:schemeClr val="bg2"/>
                </a:solidFill>
              </a:rPr>
            </a:br>
            <a:r>
              <a:rPr lang="en-US">
                <a:solidFill>
                  <a:schemeClr val="bg2"/>
                </a:solidFill>
              </a:rPr>
              <a:t>Modify:                              Read+Write+Delete</a:t>
            </a:r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</a:rPr>
              <a:t>Read+Execute:                 Exe va boshqa fayllarni o’qish(read) hamda amalga oshiradi (execute)</a:t>
            </a:r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</a:rPr>
              <a:t>Write:                                Jild(folder) yaratish, fayl yaratish hamda fayl contenti o’zgartirish imkonini breadi</a:t>
            </a:r>
            <a:br>
              <a:rPr lang="en-US">
                <a:solidFill>
                  <a:schemeClr val="bg2"/>
                </a:solidFill>
              </a:rPr>
            </a:br>
            <a:r>
              <a:rPr lang="en-US">
                <a:solidFill>
                  <a:schemeClr val="bg2"/>
                </a:solidFill>
              </a:rPr>
              <a:t>Read:                                Jild (folder) ichidagi barcha malumotlarni o’qish ruxsatini beradi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30225" y="3748405"/>
            <a:ext cx="1112202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2"/>
                </a:solidFill>
              </a:rPr>
              <a:t>F:         Full access</a:t>
            </a:r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</a:rPr>
              <a:t>D:         Delete access</a:t>
            </a:r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</a:rPr>
              <a:t>N:         Modify access</a:t>
            </a:r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</a:rPr>
              <a:t>R:         Read-only access</a:t>
            </a:r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</a:rPr>
              <a:t>W:        Write-only access</a:t>
            </a:r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</a:rPr>
              <a:t>M:        Modify access</a:t>
            </a:r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</a:rPr>
              <a:t>RX:       Read &amp; Execute access</a:t>
            </a:r>
            <a:endParaRPr lang="en-US">
              <a:solidFill>
                <a:schemeClr val="bg2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139" name="任意多边形: 形状 138"/>
          <p:cNvSpPr/>
          <p:nvPr>
            <p:custDataLst>
              <p:tags r:id="rId2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Inherit/Meros</a:t>
            </a:r>
            <a:endParaRPr lang="en-US" altLang="zh-CN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4027805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295515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sp>
        <p:nvSpPr>
          <p:cNvPr id="2" name="Text Box 1"/>
          <p:cNvSpPr txBox="1"/>
          <p:nvPr/>
        </p:nvSpPr>
        <p:spPr>
          <a:xfrm>
            <a:off x="702945" y="994410"/>
            <a:ext cx="10908665" cy="84016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2"/>
                </a:solidFill>
              </a:rPr>
              <a:t>Inheret - Access Control List (ACL) tomonidan jild (folder) va fayllarni ruxsatini ifoda etishni onsonlashtirish uchun foydalaniladi:</a:t>
            </a:r>
            <a:br>
              <a:rPr lang="en-US">
                <a:solidFill>
                  <a:schemeClr val="bg2"/>
                </a:solidFill>
              </a:rPr>
            </a:br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rgbClr val="00B050"/>
                </a:solidFill>
              </a:rPr>
              <a:t>(CI): Container Inherit </a:t>
            </a:r>
            <a:br>
              <a:rPr lang="en-US">
                <a:solidFill>
                  <a:schemeClr val="bg2"/>
                </a:solidFill>
              </a:rPr>
            </a:br>
            <a:r>
              <a:rPr lang="en-US">
                <a:solidFill>
                  <a:schemeClr val="bg2"/>
                </a:solidFill>
              </a:rPr>
              <a:t>Nima uchun: Jild (folder) uchun - Container=Folder</a:t>
            </a:r>
            <a:br>
              <a:rPr lang="en-US">
                <a:solidFill>
                  <a:schemeClr val="bg2"/>
                </a:solidFill>
              </a:rPr>
            </a:br>
            <a:r>
              <a:rPr lang="en-US">
                <a:solidFill>
                  <a:schemeClr val="bg2"/>
                </a:solidFill>
              </a:rPr>
              <a:t>Bunda subfolder ham asosiy jild(folder) ruxsatini o’z ichiga oladi fayllarsiz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rgbClr val="00B050"/>
                </a:solidFill>
              </a:rPr>
              <a:t>(OI): Object Inherit</a:t>
            </a:r>
            <a:br>
              <a:rPr lang="en-US">
                <a:solidFill>
                  <a:schemeClr val="bg2"/>
                </a:solidFill>
              </a:rPr>
            </a:br>
            <a:r>
              <a:rPr lang="en-US">
                <a:solidFill>
                  <a:schemeClr val="bg2"/>
                </a:solidFill>
              </a:rPr>
              <a:t>Nima uchun: fayllar uchun - Object=Files</a:t>
            </a:r>
            <a:br>
              <a:rPr lang="en-US">
                <a:solidFill>
                  <a:schemeClr val="bg2"/>
                </a:solidFill>
              </a:rPr>
            </a:br>
            <a:r>
              <a:rPr lang="en-US">
                <a:solidFill>
                  <a:schemeClr val="bg2"/>
                </a:solidFill>
              </a:rPr>
              <a:t>Bunda faqat fayllar asosiy jild(folder) ruxsatlarini meros qilib oladi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rgbClr val="00B050"/>
                </a:solidFill>
              </a:rPr>
              <a:t>(IO): Inherit Only</a:t>
            </a:r>
            <a:br>
              <a:rPr lang="en-US">
                <a:solidFill>
                  <a:srgbClr val="00B050"/>
                </a:solidFill>
              </a:rPr>
            </a:br>
            <a:r>
              <a:rPr lang="en-US">
                <a:solidFill>
                  <a:schemeClr val="bg2"/>
                </a:solidFill>
              </a:rPr>
              <a:t>Bu huquq faqat farzand(child) jild(folder)ga meros qilib olinadi.</a:t>
            </a:r>
            <a:br>
              <a:rPr lang="en-US">
                <a:solidFill>
                  <a:schemeClr val="bg2"/>
                </a:solidFill>
              </a:rPr>
            </a:br>
            <a:br>
              <a:rPr lang="en-US">
                <a:solidFill>
                  <a:schemeClr val="bg2"/>
                </a:solidFill>
              </a:rPr>
            </a:br>
            <a:r>
              <a:rPr lang="en-US">
                <a:solidFill>
                  <a:srgbClr val="00B050"/>
                </a:solidFill>
              </a:rPr>
              <a:t>(NP): No Propagate Inherit</a:t>
            </a:r>
            <a:endParaRPr lang="en-US">
              <a:solidFill>
                <a:srgbClr val="00B050"/>
              </a:solidFill>
            </a:endParaRPr>
          </a:p>
          <a:p>
            <a:r>
              <a:rPr lang="en-US">
                <a:solidFill>
                  <a:schemeClr val="bg2"/>
                </a:solidFill>
              </a:rPr>
              <a:t>Bu holatda ruxsat faqat birinchi farzand(child)ga meros qilinadi qolganida to’xtaydi</a:t>
            </a:r>
            <a:br>
              <a:rPr lang="en-US">
                <a:solidFill>
                  <a:schemeClr val="bg2"/>
                </a:solidFill>
              </a:rPr>
            </a:br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rgbClr val="00B050"/>
                </a:solidFill>
              </a:rPr>
              <a:t>(I): Inherited </a:t>
            </a:r>
            <a:br>
              <a:rPr lang="en-US">
                <a:solidFill>
                  <a:schemeClr val="bg2"/>
                </a:solidFill>
              </a:rPr>
            </a:br>
            <a:r>
              <a:rPr lang="en-US">
                <a:solidFill>
                  <a:schemeClr val="bg2"/>
                </a:solidFill>
              </a:rPr>
              <a:t>Bu belgi ruxsat ota-ona(parent) jild(folder)dan meros qilinganini ifodalaydi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139" name="任意多边形: 形状 138"/>
          <p:cNvSpPr/>
          <p:nvPr>
            <p:custDataLst>
              <p:tags r:id="rId2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NAMUNA</a:t>
            </a:r>
            <a:endParaRPr lang="en-US" altLang="zh-CN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4424680" y="48450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6942455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985" y="888365"/>
            <a:ext cx="11258550" cy="488505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139" name="任意多边形: 形状 138"/>
          <p:cNvSpPr/>
          <p:nvPr>
            <p:custDataLst>
              <p:tags r:id="rId2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Amaliy</a:t>
            </a:r>
            <a:endParaRPr lang="en-US" altLang="zh-CN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4612005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6702425" y="44767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sp>
        <p:nvSpPr>
          <p:cNvPr id="18" name="Text Box 17"/>
          <p:cNvSpPr txBox="1"/>
          <p:nvPr/>
        </p:nvSpPr>
        <p:spPr>
          <a:xfrm>
            <a:off x="676275" y="1003300"/>
            <a:ext cx="107937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2"/>
                </a:solidFill>
              </a:rPr>
              <a:t>Win+R -&gt; regedit</a:t>
            </a:r>
            <a:br>
              <a:rPr lang="en-US">
                <a:solidFill>
                  <a:schemeClr val="bg2"/>
                </a:solidFill>
              </a:rPr>
            </a:br>
            <a:r>
              <a:rPr lang="en-US" altLang="en-US">
                <a:solidFill>
                  <a:schemeClr val="bg2"/>
                </a:solidFill>
              </a:rPr>
              <a:t>HKEY_LOCAL_MACHINE\SOFTWARE\Microsoft\Windows\CurrentVersion\Run</a:t>
            </a:r>
            <a:br>
              <a:rPr lang="en-US" altLang="en-US">
                <a:solidFill>
                  <a:schemeClr val="bg2"/>
                </a:solidFill>
              </a:rPr>
            </a:br>
            <a:r>
              <a:rPr lang="en-US" altLang="en-US">
                <a:solidFill>
                  <a:schemeClr val="bg2"/>
                </a:solidFill>
              </a:rPr>
              <a:t>RUN ustiga sichqonchani o’ng tarafi bosib new-&gt;string</a:t>
            </a:r>
            <a:br>
              <a:rPr lang="en-US" altLang="en-US">
                <a:solidFill>
                  <a:schemeClr val="bg2"/>
                </a:solidFill>
              </a:rPr>
            </a:br>
            <a:r>
              <a:rPr lang="en-US" altLang="en-US">
                <a:solidFill>
                  <a:schemeClr val="bg2"/>
                </a:solidFill>
              </a:rPr>
              <a:t>Value: calc.exe</a:t>
            </a:r>
            <a:endParaRPr lang="en-US" altLang="en-US">
              <a:solidFill>
                <a:schemeClr val="bg2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75" y="2560320"/>
            <a:ext cx="5381625" cy="260985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215" y="2541905"/>
            <a:ext cx="5558155" cy="258953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139" name="任意多边形: 形状 138"/>
          <p:cNvSpPr/>
          <p:nvPr>
            <p:custDataLst>
              <p:tags r:id="rId2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Ruxsat boshqarish amaliy</a:t>
            </a:r>
            <a:endParaRPr lang="en-US" altLang="zh-CN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239135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8137525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sp>
        <p:nvSpPr>
          <p:cNvPr id="31" name="Text Box 30"/>
          <p:cNvSpPr txBox="1"/>
          <p:nvPr/>
        </p:nvSpPr>
        <p:spPr>
          <a:xfrm>
            <a:off x="489585" y="1181100"/>
            <a:ext cx="106248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2"/>
                </a:solidFill>
              </a:rPr>
              <a:t>1. Desktopda sichqonchani o’ng tarafini bosing -&gt; new-&gt; folder</a:t>
            </a:r>
            <a:br>
              <a:rPr lang="en-US">
                <a:solidFill>
                  <a:schemeClr val="bg2"/>
                </a:solidFill>
              </a:rPr>
            </a:br>
            <a:r>
              <a:rPr lang="en-US">
                <a:solidFill>
                  <a:schemeClr val="bg2"/>
                </a:solidFill>
              </a:rPr>
              <a:t>2. Jild (folder) ichiga xoxlagan .text file yaratib qo’ying</a:t>
            </a:r>
            <a:br>
              <a:rPr lang="en-US">
                <a:solidFill>
                  <a:schemeClr val="bg2"/>
                </a:solidFill>
              </a:rPr>
            </a:br>
            <a:r>
              <a:rPr lang="en-US">
                <a:solidFill>
                  <a:schemeClr val="bg2"/>
                </a:solidFill>
              </a:rPr>
              <a:t>3. Jild(folder) ustiga sichqonchani o’ng tarafini bosib -&gt; properties -&gt; security</a:t>
            </a:r>
            <a:endParaRPr lang="en-US">
              <a:solidFill>
                <a:schemeClr val="bg2"/>
              </a:solidFill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85" y="2401570"/>
            <a:ext cx="4997450" cy="380365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7410" y="2401570"/>
            <a:ext cx="4889500" cy="386651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139" name="任意多边形: 形状 138"/>
          <p:cNvSpPr/>
          <p:nvPr>
            <p:custDataLst>
              <p:tags r:id="rId2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Ruxsat boshqarish amaliy</a:t>
            </a:r>
            <a:endParaRPr lang="en-US" altLang="zh-CN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239135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8137525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sp>
        <p:nvSpPr>
          <p:cNvPr id="29" name="Text Box 28"/>
          <p:cNvSpPr txBox="1"/>
          <p:nvPr/>
        </p:nvSpPr>
        <p:spPr>
          <a:xfrm>
            <a:off x="489585" y="1029970"/>
            <a:ext cx="11104245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2"/>
                </a:solidFill>
              </a:rPr>
              <a:t>whoami </a:t>
            </a:r>
            <a:br>
              <a:rPr lang="en-US">
                <a:solidFill>
                  <a:schemeClr val="bg2"/>
                </a:solidFill>
              </a:rPr>
            </a:br>
            <a:r>
              <a:rPr lang="en-US">
                <a:solidFill>
                  <a:schemeClr val="bg2"/>
                </a:solidFill>
              </a:rPr>
              <a:t>whoami /all</a:t>
            </a:r>
            <a:br>
              <a:rPr lang="en-US">
                <a:solidFill>
                  <a:schemeClr val="bg2"/>
                </a:solidFill>
              </a:rPr>
            </a:br>
            <a:r>
              <a:rPr lang="en-US">
                <a:solidFill>
                  <a:schemeClr val="bg2"/>
                </a:solidFill>
              </a:rPr>
              <a:t>wmic useraccount list brief</a:t>
            </a:r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</a:rPr>
              <a:t>net user student1 123abc /add - student1 bu login, 123abc bu parol</a:t>
            </a:r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</a:rPr>
              <a:t>net user student2 123abc /add - Mashq uchun ikkinchi akkount kerak</a:t>
            </a:r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</a:rPr>
              <a:t>mkdir C:\Test</a:t>
            </a:r>
            <a:endParaRPr lang="en-US">
              <a:solidFill>
                <a:schemeClr val="bg2"/>
              </a:solidFill>
            </a:endParaRPr>
          </a:p>
          <a:p>
            <a:r>
              <a:rPr lang="en-US" altLang="en-US">
                <a:solidFill>
                  <a:schemeClr val="bg2"/>
                </a:solidFill>
              </a:rPr>
              <a:t>icacls C:\Test /inheritance:r</a:t>
            </a:r>
            <a:br>
              <a:rPr lang="en-US">
                <a:solidFill>
                  <a:schemeClr val="bg2"/>
                </a:solidFill>
              </a:rPr>
            </a:br>
            <a:r>
              <a:rPr lang="en-US" altLang="en-US">
                <a:solidFill>
                  <a:schemeClr val="bg2"/>
                </a:solidFill>
              </a:rPr>
              <a:t>icacls C:\Test /grant student1:F</a:t>
            </a:r>
            <a:endParaRPr lang="en-US" altLang="en-US">
              <a:solidFill>
                <a:schemeClr val="bg2"/>
              </a:solidFill>
            </a:endParaRPr>
          </a:p>
          <a:p>
            <a:r>
              <a:rPr lang="en-US" altLang="en-US">
                <a:solidFill>
                  <a:schemeClr val="bg2"/>
                </a:solidFill>
              </a:rPr>
              <a:t>icacls C:\Test /grant student2:R</a:t>
            </a:r>
            <a:endParaRPr lang="en-US" altLang="en-US">
              <a:solidFill>
                <a:schemeClr val="bg2"/>
              </a:solidFill>
            </a:endParaRPr>
          </a:p>
          <a:p>
            <a:r>
              <a:rPr lang="en-US" altLang="en-US">
                <a:solidFill>
                  <a:schemeClr val="bg2"/>
                </a:solidFill>
              </a:rPr>
              <a:t>icacls C:\Test</a:t>
            </a:r>
            <a:endParaRPr lang="en-US" altLang="en-US">
              <a:solidFill>
                <a:schemeClr val="bg2"/>
              </a:solidFill>
            </a:endParaRPr>
          </a:p>
          <a:p>
            <a:r>
              <a:rPr lang="en-US" altLang="en-US">
                <a:solidFill>
                  <a:schemeClr val="bg2"/>
                </a:solidFill>
              </a:rPr>
              <a:t>runas /user:student1 cmd</a:t>
            </a:r>
            <a:endParaRPr lang="en-US" altLang="en-US">
              <a:solidFill>
                <a:schemeClr val="bg2"/>
              </a:solidFill>
            </a:endParaRPr>
          </a:p>
          <a:p>
            <a:r>
              <a:rPr lang="en-US" altLang="en-US">
                <a:solidFill>
                  <a:schemeClr val="bg2"/>
                </a:solidFill>
              </a:rPr>
              <a:t>cd C:\Test</a:t>
            </a:r>
            <a:endParaRPr lang="en-US" altLang="en-US">
              <a:solidFill>
                <a:schemeClr val="bg2"/>
              </a:solidFill>
            </a:endParaRPr>
          </a:p>
          <a:p>
            <a:r>
              <a:rPr lang="en-US" altLang="en-US">
                <a:solidFill>
                  <a:schemeClr val="bg2"/>
                </a:solidFill>
              </a:rPr>
              <a:t>type nul &gt; mashq.txt</a:t>
            </a:r>
            <a:endParaRPr lang="en-US" altLang="en-US">
              <a:solidFill>
                <a:schemeClr val="bg2"/>
              </a:solidFill>
            </a:endParaRPr>
          </a:p>
          <a:p>
            <a:r>
              <a:rPr lang="en-US" altLang="en-US">
                <a:solidFill>
                  <a:schemeClr val="bg2"/>
                </a:solidFill>
              </a:rPr>
              <a:t>dir</a:t>
            </a:r>
            <a:endParaRPr lang="en-US" altLang="en-US">
              <a:solidFill>
                <a:schemeClr val="bg2"/>
              </a:solidFill>
            </a:endParaRPr>
          </a:p>
          <a:p>
            <a:r>
              <a:rPr lang="en-US" altLang="en-US">
                <a:solidFill>
                  <a:schemeClr val="bg2"/>
                </a:solidFill>
              </a:rPr>
              <a:t>echo Ruxsat &gt; mashq.txt</a:t>
            </a:r>
            <a:endParaRPr lang="en-US" altLang="en-US">
              <a:solidFill>
                <a:schemeClr val="bg2"/>
              </a:solidFill>
            </a:endParaRPr>
          </a:p>
          <a:p>
            <a:r>
              <a:rPr lang="en-US" altLang="en-US">
                <a:solidFill>
                  <a:schemeClr val="bg2"/>
                </a:solidFill>
              </a:rPr>
              <a:t>type mashq.txt</a:t>
            </a:r>
            <a:endParaRPr lang="en-US" altLang="en-US">
              <a:solidFill>
                <a:schemeClr val="bg2"/>
              </a:solidFill>
            </a:endParaRPr>
          </a:p>
          <a:p>
            <a:r>
              <a:rPr lang="en-US" altLang="en-US">
                <a:solidFill>
                  <a:schemeClr val="bg2"/>
                </a:solidFill>
              </a:rPr>
              <a:t>---</a:t>
            </a:r>
            <a:endParaRPr lang="en-US" altLang="en-US">
              <a:solidFill>
                <a:schemeClr val="bg2"/>
              </a:solidFill>
            </a:endParaRPr>
          </a:p>
          <a:p>
            <a:r>
              <a:rPr lang="en-US" altLang="en-US">
                <a:solidFill>
                  <a:schemeClr val="bg2"/>
                </a:solidFill>
              </a:rPr>
              <a:t>del mashq.txt</a:t>
            </a:r>
            <a:endParaRPr lang="en-US" altLang="en-US">
              <a:solidFill>
                <a:schemeClr val="bg2"/>
              </a:solidFill>
            </a:endParaRPr>
          </a:p>
          <a:p>
            <a:endParaRPr lang="en-US" altLang="en-US">
              <a:solidFill>
                <a:schemeClr val="bg2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2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27.xml><?xml version="1.0" encoding="utf-8"?>
<p:tagLst xmlns:p="http://schemas.openxmlformats.org/presentationml/2006/main">
  <p:tag name="KSO_WM_UNIT_TEXT_FILL_FORE_SCHEMECOLOR_INDEX_BRIGHTNESS" val="0"/>
  <p:tag name="KSO_WM_UNIT_TEXT_FILL_FORE_SCHEMECOLOR_INDEX" val="16"/>
  <p:tag name="KSO_WM_UNIT_TEXT_FILL_TYPE" val="1"/>
</p:tagLst>
</file>

<file path=ppt/tags/tag12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BRIGHTNESS" val="0"/>
  <p:tag name="KSO_WM_UNIT_LINE_FORE_SCHEMECOLOR_INDEX" val="6"/>
  <p:tag name="KSO_WM_UNIT_LINE_FILL_TYPE" val="2"/>
</p:tagLst>
</file>

<file path=ppt/tags/tag12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1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49"/>
  <p:tag name="KSO_WM_UNIT_LINE_FORE_SCHEMECOLOR_INDEX_2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32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.39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0.55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133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134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13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13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137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13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0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49"/>
  <p:tag name="KSO_WM_UNIT_LINE_FORE_SCHEMECOLOR_INDEX_2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41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.39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0.55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14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9.xml><?xml version="1.0" encoding="utf-8"?>
<p:tagLst xmlns:p="http://schemas.openxmlformats.org/presentationml/2006/main">
  <p:tag name="KSO_WM_UNIT_TEXT_FILL_FORE_SCHEMECOLOR_INDEX_BRIGHTNESS" val="-0.35"/>
  <p:tag name="KSO_WM_UNIT_TEXT_FILL_FORE_SCHEMECOLOR_INDEX" val="14"/>
  <p:tag name="KSO_WM_UNIT_TEXT_FILL_TYPE" val="1"/>
</p:tagLst>
</file>

<file path=ppt/tags/tag15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15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15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15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15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16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1.xml><?xml version="1.0" encoding="utf-8"?>
<p:tagLst xmlns:p="http://schemas.openxmlformats.org/presentationml/2006/main">
  <p:tag name="COMMONDATA" val="eyJoZGlkIjoiMmNmYmEwOWQ4Y2Q0M2IxMGZkNjI4ZjhkZDQyNzg1OTYifQ=="/>
  <p:tag name="KSO_WPP_MARK_KEY" val="37523c5a-f9bd-4157-ab56-121979c0b78d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Inter"/>
        <a:ea typeface="Inter Black"/>
        <a:cs typeface=""/>
      </a:majorFont>
      <a:minorFont>
        <a:latin typeface="Inter"/>
        <a:ea typeface="Inter Blac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675FC"/>
      </a:accent1>
      <a:accent2>
        <a:srgbClr val="4589FB"/>
      </a:accent2>
      <a:accent3>
        <a:srgbClr val="54A6FB"/>
      </a:accent3>
      <a:accent4>
        <a:srgbClr val="47B2FA"/>
      </a:accent4>
      <a:accent5>
        <a:srgbClr val="4AC7F9"/>
      </a:accent5>
      <a:accent6>
        <a:srgbClr val="4DDBF8"/>
      </a:accent6>
      <a:hlink>
        <a:srgbClr val="0563C1"/>
      </a:hlink>
      <a:folHlink>
        <a:srgbClr val="954D72"/>
      </a:folHlink>
    </a:clrScheme>
    <a:fontScheme name="自定义 9">
      <a:majorFont>
        <a:latin typeface="Inter"/>
        <a:ea typeface="Inter Black"/>
        <a:cs typeface=""/>
      </a:majorFont>
      <a:minorFont>
        <a:latin typeface="Inter"/>
        <a:ea typeface="Inter Blac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Inter Black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 Black"/>
        <a:ea typeface=""/>
        <a:cs typeface=""/>
        <a:font script="Jpan" typeface="ＭＳ Ｐゴシック"/>
        <a:font script="Hang" typeface="맑은 고딕"/>
        <a:font script="Hans" typeface="Inter Black"/>
        <a:font script="Hant" typeface="新細明體"/>
        <a:font script="Arab" typeface="Inter"/>
        <a:font script="Hebr" typeface="Inte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nte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Inter Black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 Black"/>
        <a:ea typeface=""/>
        <a:cs typeface=""/>
        <a:font script="Jpan" typeface="ＭＳ Ｐゴシック"/>
        <a:font script="Hang" typeface="맑은 고딕"/>
        <a:font script="Hans" typeface="Inter Black"/>
        <a:font script="Hant" typeface="新細明體"/>
        <a:font script="Arab" typeface="Inter"/>
        <a:font script="Hebr" typeface="Inte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nte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2228</Words>
  <Application>WPS Presentation</Application>
  <PresentationFormat>宽屏</PresentationFormat>
  <Paragraphs>70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9" baseType="lpstr">
      <vt:lpstr>Arial</vt:lpstr>
      <vt:lpstr>SimSun</vt:lpstr>
      <vt:lpstr>Wingdings</vt:lpstr>
      <vt:lpstr>Inter</vt:lpstr>
      <vt:lpstr>Inter Black</vt:lpstr>
      <vt:lpstr>Wingdings</vt:lpstr>
      <vt:lpstr>Helvetica</vt:lpstr>
      <vt:lpstr>Microsoft YaHei</vt:lpstr>
      <vt:lpstr>Arial Unicode MS</vt:lpstr>
      <vt:lpstr>Lato Regular</vt:lpstr>
      <vt:lpstr>Segoe Print</vt:lpstr>
      <vt:lpstr>Roboto Slab Bold</vt:lpstr>
      <vt:lpstr>Roboto Slab Regular</vt:lpstr>
      <vt:lpstr>Montserrat-Regular</vt:lpstr>
      <vt:lpstr>Helvetica Light</vt:lpstr>
      <vt:lpstr>Roboto Medium</vt:lpstr>
      <vt:lpstr>Open Sans Light</vt:lpstr>
      <vt:lpstr>Times New Roman</vt:lpstr>
      <vt:lpstr>Cascadia Code</vt:lpstr>
      <vt:lpstr>Verdana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Penterasting</cp:lastModifiedBy>
  <cp:revision>164</cp:revision>
  <dcterms:created xsi:type="dcterms:W3CDTF">2019-06-19T02:08:00Z</dcterms:created>
  <dcterms:modified xsi:type="dcterms:W3CDTF">2026-01-08T15:57:42Z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1033-12.2.0.23196</vt:lpwstr>
  </property>
  <property fmtid="{D5CDD505-2E9C-101B-9397-08002B2CF9AE}" pid="3" name="ICV">
    <vt:lpwstr>53FFD13CCD654ECBAC94F12E1E2EFD63_11</vt:lpwstr>
  </property>
</Properties>
</file>