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420624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C:\Windows\System32&gt;_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8404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</a:t>
            </a: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Get-ComputerInfo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OsName             : Windows 11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PowerShellVersion  : 7.4.0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OsArchitecture     : 64-bit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Lesson in progress...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8404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Command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Fundamentals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37760" y="2788920"/>
            <a:ext cx="3657600" cy="2286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8803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&amp; PowerShell — Lesson Guide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1.5 Hours  |  Beginner Level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996696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vs PowerShell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when to use which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960120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960120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Navigation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21615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ls, dir, pwd — moving around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527048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527048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527048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1563624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178308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copy, move, delete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527048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527048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527048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1563624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&amp; Filtering 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178308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more, findstr, Select-String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093976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093976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093976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2130552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2350008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systeminfo, ipconfig, tasklist, Get-* cmdlets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2093976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093976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093976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130552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Permission Basics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350008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whoami, net user, Get-LocalUser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2660904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660904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660904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2697480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Fundamentals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2916936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loops, basic scripts in PowerShell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2660904"/>
            <a:ext cx="4069080" cy="493776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2660904"/>
            <a:ext cx="347472" cy="4937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2660904"/>
            <a:ext cx="34747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2697480"/>
            <a:ext cx="3611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Redirection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2916936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&gt; &gt;&gt; 2&gt;&amp;1 — chaining commands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~90 minutes  |  Hands-on practice included in each section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vs PowerShell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two shells — history, purpose, and usage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vs PowerShell — At a Glance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3931920" cy="4023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393192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cmd.exe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65760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with Windows NT (1993)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batch (.bat) files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scripting capability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text-based I/O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 pipeline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widely used for quick tasks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dir, cd, copy, del, ipconfig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4023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393192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229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powershell.exe / pwsh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65760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2006, open source in 2016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pipeline (.NET objects)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scripting language (.ps1 files)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Cmdlet syntax: Verb-Noun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for common Unix/CMD commands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administration &amp; automation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Get-Item, Set-Location, etc.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CMD and PowerShell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R → type cmd → Enter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R → type powershell → Enter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→ type 'cmd' or 'powershell'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Start → Windows Terminal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Administrator: right-click → 'Run as admin'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version: $PSVersionTable in PowerShell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PSVersion 5.x = Windows built-in; 7.x = PowerShell 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— checking version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$PSVersionTable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         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                           -----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PSVersion                      7.4.0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PSEdition                      Core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                            Windows 11...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 — check version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Windows [Version 10.0.22621]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Navigation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around the directory tree — CMD and PowerShell side by side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File System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/ Get-Location — print current directory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&lt;path&gt; — change directory (same in both)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.. — go up one level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\ — go to drive root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 (CMD) / ls or Get-ChildItem (PS) — list contents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Tab for path auto-completion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Paths: C:\Users\Admin or relative ./docs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 Commands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cd C:\Users\Admin\Desktop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C:\Users\Admin\Desktop&gt; dir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C:\Users\Admin\Desktop&gt; cd ..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Set-Location C:\Users\Admin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C:\Users\Admin&gt; Get-Location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C:\Users\Admin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C:\Users\Admin&gt; 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Get-ChildItem — Listing Files in Detail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PowerShell's Get-ChildItem is far more powerful than DIR — it returns objects, not just text.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  —  Terminal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786384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listing (alias: ls, dir, gci)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C:\Users\Admin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hidden files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-Force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Recursive listing — all subfolders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-Recurse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by extension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*.txt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-Filter '*.log' -Recurse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only directories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-Directory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 as list with details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| Format-List Name, Length, LastWriteTime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743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⌨  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27432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Navigation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CMD. Navigate to C:\Windows\System32 and list its contents.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9659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PowerShell. Use Get-ChildItem to list .exe files in System32.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7432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your Documents folder using both cd (CMD) and Set-Location (PS).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5204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74904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Get-ChildItem -Recurse on your Desktop. How many files are there?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Operations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copy, move, rename, and delete files and directories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Files and Folders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&lt;name&gt; — create folder (both shells)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New-Item -ItemType Directory — PowerShell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New-Item -ItemType File — create empty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text &gt; file.txt — create file with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Set-Content / Add-Content — write file contents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file.txt — shortcut alias for New-Item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directories: mkdir a, b, c (PS)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Creating Items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491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mkdir Projects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echo Hello &gt; notes.txt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type notes.txt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New-Item -ItemType Directory Projects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New-Item -ItemType File log.txt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Set-Content log.txt 'First line'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Add-Content log.txt 'Second line'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Get-Content log.txt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Move, Rename, Delete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src dest (CMD) / Copy-Item src dest (PS)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src dest (CMD) / Move-Item src dest (PS)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 oldname newname (CMD) / Rename-Item (PS)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file (CMD) / Remove-Item file (PS)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rmdir /S folder (CMD) — delete folder tree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Remove-Item -Recurse -Force (PS) — force delete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Copy-Item -Recurse — copy entire folder tree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Operations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copy notes.txt backup.txt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move backup.txt C:\Temp\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ren notes.txt readme.txt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del readme.txt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rmdir /S Projects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Copy-Item notes.txt -Dest backup.txt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Move-Item backup.txt C:\Temp\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Rename-Item notes.txt readme.txt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Remove-Item readme.txt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Remove-Item Projects -Recurse -Force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743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⌨  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27432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folder called 'Lab' on your Desktop. Inside it, create two .txt files.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9659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Set-Content to write your name into file1.txt. Use Add-Content to add a second line.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7432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file1.txt to a new file called file1_backup.txt using Copy-Item.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5204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74904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the entire Lab folder with Remove-Item -Recurse -Force.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&amp; Filtering Output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files, searching text, and filtering results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 Contents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file.txt (CMD) — print file to screen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Get-Content file.txt (PS) — read file (alias: cat)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file.txt — paged output (both shells)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Get-Content -Tail 10 — last 10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Get-Content -Head 10 — first 10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Get-Content -Wait — live file monitoring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for logs, configs, scripts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Files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 — basic read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type C:\Windows\win.ini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 equivalents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Get-Content win.ini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cat win.ini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Get-Content log.txt -Tail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Get-Content log.txt -Head 5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monitoring (like tail -f)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Get-Content app.log -Wait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and Filtering Text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findstr pattern file (CMD) — search for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Select-String pattern file (PS) — grep equivalent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Where-Object — filter objects in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Select-Object — choose specific properties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findstr /i — case-insensitive (CMD)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Select-String -CaseSensitive (PS)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Select-String returns match objects with line numbers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Searching Text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 — findstr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findstr 'error' C:\Logs\app.log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findstr /i 'warning' *.log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 — Select-String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Select-String 'error' app.log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sls 'error' app.log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app.log:14: ERROR: connection failed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app.log:27: ERROR: timeout reached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objects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| Where-Object Length -gt 1MB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OS, network, processes, and hardware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Network Information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commands are essential for understanding the state of any Windows machine.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  —  Terminal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786384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overview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systeminfo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Get-ComputerInfo | Select OsName, WindowsVersion, TotalPhysicalMemory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Network configuration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ipconfig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ipconfig /all            # Full details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Get-NetIPAddress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Get-NetAdapter        # NIC information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DNS lookup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nslookup google.com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Resolve-DnsName google.com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Ping and connectivity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ping 8.8.8.8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Test-Connection 8.8.8.8 -Count 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Services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what is running on the system — useful for both administration and investigation.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  —  Terminal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786384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running processes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tasklist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Get-Process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Get-Process | Sort-Object CPU -Descending | Select -First 10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Kill a process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taskkill /PID 1234 /F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Stop-Process -Id 1234 -Force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Stop-Process -Name notepad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services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sc query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Get-Service | Where-Object Status -eq 'Running'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/ Stop a 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Start-Service -Name Spooler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Stop-Service  -Name Spooler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743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⌨  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27432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ipconfig /all in CMD. Find your IPv4 address and MAC address.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9659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Get-Process in PS. Find the process using the most CPU.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7432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all Running services using Get-Service and Where-Object.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5204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74904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connectivity to 1.1.1.1 using both CMD ping and PS Test-Connection.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Permission Basics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users, listing accounts, and checking permissions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Identity &amp; Local Accounts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 — current user and domain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 /priv — current privileges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 /groups — group memberships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user — list all local users (CMD)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Get-LocalUser — list local users (PS)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Get-LocalGroup — list local groups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localgroup Administrators — list admins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Commands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Who am I?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whoami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desktop-abc\admin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whoami /groups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[Security.Principal.WindowsIdentity]::GetCurrent().Name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local users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net user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Get-LocalUser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administrators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net localgroup Administrators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Get-LocalGroupMember Administrators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 with icacls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icacls file — view permissions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F=Full, M=Modify, R=Read, W=Write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icacls file /grant user:R — grant read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icacls file /deny user:W — deny write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icacls file /reset — reset to parent defaults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Get-Acl (PS) — view ACL as objects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Set-Acl (PS) — set permissions via script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4348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868680"/>
            <a:ext cx="443484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877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87782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Permissions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 — view permissions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icacls C:\Temp\secret.txt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secret.txt BUILTIN\Administrators:(F)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NT AUTHORITY\SYSTEM:(F)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DESKTOP\Admin:(M)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Grant read to a user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icacls file.txt /grant Bob:R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 — get ACL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Get-Acl C:\Temp\secret.txt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Get-Acl C:\Temp\secret.txt | Format-List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Redirection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commands and redirecting input/output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and Output Redirection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( | ) pass output of one command as input to the next. Redirection saves or discards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  —  Terminal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786384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 — redirect output to 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ipconfig &gt; network_info.txt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ipconfig &gt;&gt; network_info.txt   # append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dir 2&gt; errors.txt             # stderr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dir 2&gt;&amp;1 &gt; all_output.txt     # both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 — pipe examples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tasklist | findstr chrome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dir | more                     # paged output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 — pipe to cmdlets (returns OBJECTS)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Get-Process | Sort-Object CPU -Descending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Get-Service | Where-Object Status -eq 'Stopped'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Get-ChildItem | Select-Object Name, Length | Sort-Object Length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to 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Get-Process | Out-File processes.txt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C:\&gt; Get-Process | Export-Csv procs.csv -NoTypeInformation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743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⌨  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27432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Redirection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systeminfo &gt; sysinfo.txt in CMD. Open the file with Get-Content.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9659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+ Filter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Use: Get-Process | Where-Object WorkingSet -gt 100MB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7432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all running processes to processes.csv using Export-Csv.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7472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5204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749040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all .txt files in C:\Windows, sort by size, show top 5.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Fundamentals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conditionals, loops — your first PowerShell scripts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Conditionals, and Loops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scripts use .ps1 extension. Run with: .\script.ps1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  —  Terminal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786384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 — prefix with $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 = 'Alice'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  = 25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Write-Host "Hello, $name! You are $age years old."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$score = 90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($score -ge 60)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Write-Host 'Passed'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Write-Host 'Failed'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— ForEach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$files = Get-ChildItem C:\Temp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($f in $files)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Write-Host $f.Name, $f.Length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loop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($i = 1; $i -le 5; $i++) { Write-Host "Line $i"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Script: System Info Report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011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script that collects and saves key system information to a text file.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  —  Terminal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786384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system_report.ps1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$report = 'system_report.txt'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$date   = Get-Date -Format 'yyyy-MM-dd HH:mm'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'=== SYSTEM REPORT ===' | Out-File $report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"Generated: $date"     | Out-File $report -Append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                     | Out-File $report -Append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OS Info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'[OS]' | Out-File $report -Append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(Get-ComputerInfo).OsName | Out-File $report -Append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 Addresses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'[Network]' | Out-File $report -Append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Get-NetIPAddress -AddressFamily IPv4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IPAddress, InterfaceAlias 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Out-File $report -Append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'Done. Report saved to system_report.txt'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Write-Host 'Run: Get-Content system_report.txt'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0117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280160" cy="56692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069848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quick, simple tasks. Essential for legacy scripts and compatibility.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841248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18488"/>
            <a:ext cx="1280160" cy="56692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1848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728216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preferred shell. Object pipeline makes it far more powerful than CMD.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76856"/>
            <a:ext cx="841248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76856"/>
            <a:ext cx="1280160" cy="56692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76856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386584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ls/dir, pwd — mastering file system movement is foundational.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35224"/>
            <a:ext cx="841248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35224"/>
            <a:ext cx="1280160" cy="56692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35224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044952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New-Item, Copy-Item, Move-Item, Remove-Item — the core operations.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93592"/>
            <a:ext cx="841248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93592"/>
            <a:ext cx="1280160" cy="56692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93592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Info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3703320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Get-Process, Get-Service, Get-NetIPAddress — know your environment.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51960"/>
            <a:ext cx="1280160" cy="56692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5196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361688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chains commands. &gt; and &gt;&gt; redirect output. Combine for powerful queries.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Open a terminal and keep exploring.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12545</Words>
  <Application>WPS Presentation</Application>
  <PresentationFormat>On-screen Show (16:9)</PresentationFormat>
  <Paragraphs>701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Arial</vt:lpstr>
      <vt:lpstr>SimSun</vt:lpstr>
      <vt:lpstr>Wingdings</vt:lpstr>
      <vt:lpstr>DejaVu Sans</vt:lpstr>
      <vt:lpstr>Consolas</vt:lpstr>
      <vt:lpstr>Quicksand Light</vt:lpstr>
      <vt:lpstr>Consolas</vt:lpstr>
      <vt:lpstr>Consolas</vt:lpstr>
      <vt:lpstr>Calibri</vt:lpstr>
      <vt:lpstr>Calibri</vt:lpstr>
      <vt:lpstr>Calibri</vt:lpstr>
      <vt:lpstr>Arial</vt:lpstr>
      <vt:lpstr>Arial</vt:lpstr>
      <vt:lpstr>Microsoft YaHei</vt:lpstr>
      <vt:lpstr>Droid Sans Fallback</vt:lpstr>
      <vt:lpstr>Arial Unicode MS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Command Line Fundamentals</dc:title>
  <dc:creator>Cybersecurity Instructor</dc:creator>
  <dc:subject>PptxGenJS Presentation</dc:subject>
  <cp:lastModifiedBy>lobo</cp:lastModifiedBy>
  <cp:revision>3</cp:revision>
  <dcterms:created xsi:type="dcterms:W3CDTF">2026-05-29T14:58:22Z</dcterms:created>
  <dcterms:modified xsi:type="dcterms:W3CDTF">2026-05-29T14:58:22Z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