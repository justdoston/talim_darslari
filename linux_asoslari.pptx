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7315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Asoslari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40080" y="17373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 darsi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0080" y="2423160"/>
            <a:ext cx="7772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65176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Fayl tizimi strukturasi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06324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Fayllar bilan ishlash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Ruxsatlar (Permissions)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65176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Jarayonlar (Processes)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06324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Matn muharrirlash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47472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Tarmoq buyruqlari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4389120"/>
            <a:ext cx="2011680" cy="502920"/>
          </a:xfrm>
          <a:prstGeom prst="rect">
            <a:avLst/>
          </a:prstGeom>
          <a:solidFill>
            <a:srgbClr val="3FB950">
              <a:alpha val="1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38912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</a:rPr>
              <a:t>⏱ 1.5 soat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REJA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</a:rPr>
              <a:t>Bugungi dars rejasi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484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4846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1463040" cy="301752"/>
          </a:xfrm>
          <a:prstGeom prst="rect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1463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</a:rPr>
              <a:t>0:00 - 0:10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417320"/>
            <a:ext cx="640080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</a:rPr>
              <a:t>Kirish va fayl tizimi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484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93392"/>
            <a:ext cx="45720" cy="4846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84832"/>
            <a:ext cx="1463040" cy="301752"/>
          </a:xfrm>
          <a:prstGeom prst="rect">
            <a:avLst/>
          </a:prstGeom>
          <a:solidFill>
            <a:srgbClr val="3FB950">
              <a:alpha val="1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84832"/>
            <a:ext cx="1463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B950"/>
                </a:solidFill>
              </a:rPr>
              <a:t>0:10 - 0:30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1993392"/>
            <a:ext cx="640080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</a:rPr>
              <a:t>Fayl boshqaruvi buyruqlari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569464"/>
            <a:ext cx="8412480" cy="484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69464"/>
            <a:ext cx="45720" cy="4846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660904"/>
            <a:ext cx="1463040" cy="301752"/>
          </a:xfrm>
          <a:prstGeom prst="rect">
            <a:avLst/>
          </a:prstGeom>
          <a:solidFill>
            <a:srgbClr val="F0883E">
              <a:alpha val="15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60904"/>
            <a:ext cx="1463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883E"/>
                </a:solidFill>
              </a:rPr>
              <a:t>0:30 - 0:50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2569464"/>
            <a:ext cx="640080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</a:rPr>
              <a:t>Ruxsatlar va egalik huquqlari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145536"/>
            <a:ext cx="8412480" cy="484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45536"/>
            <a:ext cx="45720" cy="4846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236976"/>
            <a:ext cx="1463040" cy="301752"/>
          </a:xfrm>
          <a:prstGeom prst="rect">
            <a:avLst/>
          </a:prstGeom>
          <a:solidFill>
            <a:srgbClr val="BC8CFF">
              <a:alpha val="15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36976"/>
            <a:ext cx="1463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C8CFF"/>
                </a:solidFill>
              </a:rPr>
              <a:t>0:50 - 1:10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48840" y="3145536"/>
            <a:ext cx="640080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</a:rPr>
              <a:t>Jarayonlar va pipe/redirect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721608"/>
            <a:ext cx="8412480" cy="484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21608"/>
            <a:ext cx="45720" cy="4846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813048"/>
            <a:ext cx="1463040" cy="301752"/>
          </a:xfrm>
          <a:prstGeom prst="rect">
            <a:avLst/>
          </a:prstGeom>
          <a:solidFill>
            <a:srgbClr val="F85149">
              <a:alpha val="15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13048"/>
            <a:ext cx="1463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5149"/>
                </a:solidFill>
              </a:rPr>
              <a:t>1:10 - 1:25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48840" y="3721608"/>
            <a:ext cx="640080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</a:rPr>
              <a:t>Matn muharrirlash &amp; tarmoq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297680"/>
            <a:ext cx="8412480" cy="484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297680"/>
            <a:ext cx="45720" cy="4846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389120"/>
            <a:ext cx="1463040" cy="301752"/>
          </a:xfrm>
          <a:prstGeom prst="rect">
            <a:avLst/>
          </a:prstGeom>
          <a:solidFill>
            <a:srgbClr val="8B949E">
              <a:alpha val="15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89120"/>
            <a:ext cx="1463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</a:rPr>
              <a:t>1:25 - 1:30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48840" y="4297680"/>
            <a:ext cx="640080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</a:rPr>
              <a:t>Savol-javob va xulosa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FAYL TIZIMI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6400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Linux fayl tizimi strukturasi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75488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75488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448056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bin/     (Asosiy buyruqlar)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etc/     (Konfiguratsiya fayllari)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home/    (Foydalanuvchilar katalogi)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user/  (Sizning uy katalogingiz)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var/     (O'zgaruvchan fayllar, loglar)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tmp/     (Vaqtinchalik fayllar)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usr/     (Dasturlar va kutubxonalar)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proc/    (Jarayonlar haqida ma'lumot)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371600"/>
            <a:ext cx="34747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371600"/>
            <a:ext cx="45720" cy="7498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463040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</a:rPr>
              <a:t>/etc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1755648"/>
            <a:ext cx="3246120" cy="246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Tizim sozlamalari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2221992"/>
            <a:ext cx="34747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2221992"/>
            <a:ext cx="45720" cy="7498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2313432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</a:rPr>
              <a:t>/home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2606040"/>
            <a:ext cx="3246120" cy="246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Foydalanuvchi fayllari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3072384"/>
            <a:ext cx="34747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3072384"/>
            <a:ext cx="45720" cy="7498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3163824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/var/log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3456432"/>
            <a:ext cx="3246120" cy="246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Tizim jurnallari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3922776"/>
            <a:ext cx="34747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922776"/>
            <a:ext cx="45720" cy="7498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4014216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8CFF"/>
                </a:solidFill>
              </a:rPr>
              <a:t>/proc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4306824"/>
            <a:ext cx="3246120" cy="246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Virtual jarayon fayllari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YO'L (PATH)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Mutlaq va nisbiy yo'llar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MUTLAQ YO'L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Root (/) dan boshlanadi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Har doim bir xil ishlaydi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374904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86000"/>
            <a:ext cx="374904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0428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4747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/home/user/documents/file.txt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/etc/passwd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/var/log/syslog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~ belgisi /home/username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ni anglatadi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374904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749040"/>
            <a:ext cx="374904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6732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3474720" cy="182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~/Desktop/  ==  /home/user/Desktop/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4173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NISBIY YO'L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755648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Joriy papkadan boshlanadi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Qisqa va qulay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374904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286000"/>
            <a:ext cx="374904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30428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34747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./script.sh        (joriy papka)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../config.txt      (yuqori papka)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docs/readme.md     (ichki papka)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33756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. = joriy papka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.. = yuqoridagi papka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749040"/>
            <a:ext cx="374904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749040"/>
            <a:ext cx="374904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6732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4023360"/>
            <a:ext cx="3474720" cy="182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../../etc  (2 daraja yuqoriga)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B950"/>
                </a:solidFill>
              </a:rPr>
              <a:t>BUYRUQLAR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Fayl va papka boshqaruvi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5720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005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417320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[papka_nomi]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719072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Yangi papka yaratish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657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mening_papkam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a/b/c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03120"/>
            <a:ext cx="45720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03120"/>
            <a:ext cx="1005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148840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[fayl_nomi]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450592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Yangi fayl yaratish yoki vaqtni yangilash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3657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fayl.txt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a.py b.py c.py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34640"/>
            <a:ext cx="45720" cy="65836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34640"/>
            <a:ext cx="1005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2880360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[manba] [manzil]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3182112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Fayl/papkani nusxalash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834640"/>
            <a:ext cx="3657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fayl.txt /tmp/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papka/ /backup/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566160"/>
            <a:ext cx="45720" cy="65836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66160"/>
            <a:ext cx="1005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00200" y="3611880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[eski] [yangi]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3913632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Ko'chirish yoki nom o'zgartirish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566160"/>
            <a:ext cx="3657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fayl.txt /home/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eski.txt yangi.txt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297680"/>
            <a:ext cx="45720" cy="65836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97680"/>
            <a:ext cx="1005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00200" y="4343400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[fayl]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00200" y="4645152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Fayl/papkani o'chirish (ehtiyot bo'ling!)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4297680"/>
            <a:ext cx="3657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fayl.txt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papka/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FAYL O'QISH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Fayl mazmunini ko'rish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5720" cy="1600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Butun faylni ko'rsatadi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840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Qisqa fayllar uchun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393192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67712"/>
            <a:ext cx="393192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8600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542032"/>
            <a:ext cx="36576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/etc/hostname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fayl1.txt fayl2.txt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08960"/>
            <a:ext cx="45720" cy="1600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0040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352044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Sahifalab ko'rsatadi (q - chiqish)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767328"/>
            <a:ext cx="3840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Katta fayllar uchun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05072"/>
            <a:ext cx="393192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05072"/>
            <a:ext cx="393192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2336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279392"/>
            <a:ext cx="36576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/var/log/syslog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-N fayl.txt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37160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371600"/>
            <a:ext cx="45720" cy="1600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46304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46320" y="178308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Faylning boshini ko'rsatadi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029968"/>
            <a:ext cx="3840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Birinchi 10 satr (default)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267712"/>
            <a:ext cx="393192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267712"/>
            <a:ext cx="393192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28600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2542032"/>
            <a:ext cx="36576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fayl.txt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20 fayl.txt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10896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108960"/>
            <a:ext cx="45720" cy="16002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20040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846320" y="352044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Faylning oxirini ko'rsatadi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767328"/>
            <a:ext cx="3840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Loglarni kuzatish uchun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4005072"/>
            <a:ext cx="393192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4005072"/>
            <a:ext cx="393192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02336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4279392"/>
            <a:ext cx="3657600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fayl.txt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/var/log/syslog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883E"/>
                </a:solidFill>
              </a:rPr>
              <a:t>QIDIRISH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grep va find - Qidirish vositalari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320040"/>
          </a:xfrm>
          <a:prstGeom prst="rect">
            <a:avLst/>
          </a:prstGeom>
          <a:solidFill>
            <a:srgbClr val="F0883E">
              <a:alpha val="15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GREP — fayl ichida matn qidirish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841248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81381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'kalit_so'z' fayl.txt          # Oddiy qidirish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-i 'parol' /etc/passwd          # Katta-kichik harfni e'tiborsiz qidirish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 'error' /var/log/            # Papka ichida rekursiv qidirish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-n 'root' /etc/passwd           # Satr raqami bilan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solidFill>
            <a:srgbClr val="BC8CFF">
              <a:alpha val="15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63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</a:rPr>
              <a:t>FIND — fayl tizimida qidirish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841248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429000"/>
            <a:ext cx="841248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4728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81381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/home -name '*.txt'             # Nom bo'yicha qidirish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 -name 'config' -type f        # Faqat fayllarni qidirish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/tmp -mtime -1                  # 1 kun ichida o'zgartirilgan fayllar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/var -size +100M                # 100MB dan katta fayllar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883E"/>
                </a:solidFill>
              </a:rPr>
              <a:t>PERMISSIONS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Ruxsatlar (File Permissions)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ls -la buyrug'i natijasi: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8412480" cy="1051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27632"/>
            <a:ext cx="841248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81381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rwx  rw-  r--   2  user  group  4096  Jan 10  fayl.txt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^   ^    ^    ^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tip  ega  guruh  boshqalar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20574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834640"/>
            <a:ext cx="2057400" cy="30175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19202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Fayl turi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= oddiy fayl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2160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papka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2452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havola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2834640"/>
            <a:ext cx="20574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2834640"/>
            <a:ext cx="2057400" cy="30175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834640"/>
            <a:ext cx="19202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</a:rPr>
              <a:t>EGA (owner)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321868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o'qish (4)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372160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yozish (2)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422452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bajarish (1)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20574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834640"/>
            <a:ext cx="2057400" cy="301752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834640"/>
            <a:ext cx="19202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GURUH (group)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21868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o'qish (4)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72160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yozish (2)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22452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= ruxsat yo'q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2834640"/>
            <a:ext cx="20574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2834640"/>
            <a:ext cx="2057400" cy="301752"/>
          </a:xfrm>
          <a:prstGeom prst="rect">
            <a:avLst/>
          </a:prstGeom>
          <a:solidFill>
            <a:srgbClr val="BC8CFF">
              <a:alpha val="2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2834640"/>
            <a:ext cx="19202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C8CFF"/>
                </a:solidFill>
              </a:rPr>
              <a:t>BOSHQALAR (others)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321868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o'qish (4)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372160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= yozish yo'q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422452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= ijro yo'q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883E"/>
                </a:solidFill>
              </a:rPr>
              <a:t>CHMOD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chmod — Ruxsatlarni o'zgartirish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Raqamli usul (Octal)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384048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47088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47088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rwxrwxrwx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847088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Hamma ruxsatlar (XAVFLI!)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38404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95728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95728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rwxr-xr-x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395728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Odatdagi dasturlar uchun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384048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44368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944368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rw-r--r--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2944368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Odatdagi fayllar uchun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93008"/>
            <a:ext cx="38404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93008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493008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rw-------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3493008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Maxfiy fayllar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384048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41648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4041648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r--------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97480" y="4041648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Faqat o'qish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32588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4173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Misollar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1810512"/>
            <a:ext cx="374904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810512"/>
            <a:ext cx="374904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82880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2084832"/>
            <a:ext cx="34747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755 script.sh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644 config.txt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fayl.sh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-w fayl.txt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u+x,g-w fayl.txt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-R 755 papka/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913632"/>
            <a:ext cx="3749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Harfli usul: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u = ega, g = guruh, o = boshqa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+ qo'shish, - olib tashlash, = o'rnatish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883E"/>
                </a:solidFill>
              </a:rPr>
              <a:t>CHOWN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chown — Egalilik huquqini o'zgartirish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02920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475488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Asosiy sintaksis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[foydalanuvchi]:[guruh] fayl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Faqat ega o'zgartirish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ali fayl.txt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Ega va guruh o'zgartirish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ali:developers fayl.txt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Rekursiv (papka va ichidagi hamma narsalar)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-R www-data:www-data /var/www/html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Faqat guruh o'zgartirish (chgrp bilan ham bo'ladi)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chgrp developers papka/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325880"/>
            <a:ext cx="32004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1325880"/>
            <a:ext cx="45720" cy="10972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</a:rPr>
              <a:t>sudo nima?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709928"/>
            <a:ext cx="29718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Ba'zi fayllar root (admin) foydalanuvchiga tegishli. Ularni o'zgartirish uchun sudo kerak: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sudo chown user fayl.txt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2532888"/>
            <a:ext cx="32004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2532888"/>
            <a:ext cx="45720" cy="10972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624328"/>
            <a:ext cx="2971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id buyrug'i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916936"/>
            <a:ext cx="29718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Joriy foydalanuvchi va guruh ID larini ko'rsatadi: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id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id ali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3739896"/>
            <a:ext cx="32004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3739896"/>
            <a:ext cx="45720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3831336"/>
            <a:ext cx="2971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</a:rPr>
              <a:t>whoami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4123944"/>
            <a:ext cx="29718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Hozir kimligingizni ko'rsatadi: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whoami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groups — qaysi guruhlarga kirganingiz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BC8CFF">
              <a:alpha val="2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C8CFF"/>
                </a:solidFill>
              </a:rPr>
              <a:t>PROCESSES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Jarayonlar (Processes) boshqaruvi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5720" cy="109728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Barcha jarayonlarni ko'rsatish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| grep nginx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45720" cy="10972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173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73736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Real-vaqt jarayon monitori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99339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-u ali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06040"/>
            <a:ext cx="45720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517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97180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Ko'rinishi yaxshi monitor (o'rnatish kerak)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22783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install htop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606040"/>
            <a:ext cx="45720" cy="10972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517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97180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Jarayonni to'xtatish (PID bilan)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22783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1234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-9 1234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840480"/>
            <a:ext cx="45720" cy="10972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862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killall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420624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Nom bilan jarayonni to'xtatish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46227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killall firefox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killall -9 python3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84048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840480"/>
            <a:ext cx="45720" cy="10972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862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420624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Fonda ishlaydigan buyruqlar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446227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 %1   # Fonga yuborish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 %1   # Oldinga qaytarish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PIPE &amp; REDIRECT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Pipe (|) va Yo'naltirish (&gt;, &gt;&gt;)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320040"/>
          </a:xfrm>
          <a:prstGeom prst="rect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PIPE (|) — bir buyruq chiqishini ikkinchisiga uzatish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1051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841248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81381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 | grep '.txt'              # .txt fayllarni filter qilish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| grep nginx               # nginx jarayonini topish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/etc/passwd | sort            # Saralash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fayl.txt | wc -l              # Satr sonini hisoblash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320040"/>
          </a:xfrm>
          <a:prstGeom prst="rect">
            <a:avLst/>
          </a:prstGeom>
          <a:solidFill>
            <a:srgbClr val="3FB950">
              <a:alpha val="1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REDIRECT (&gt;, &gt;&gt;, &lt;) — chiqishni faylga yo'naltirish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8412480" cy="1051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0400"/>
            <a:ext cx="841248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1868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474720"/>
            <a:ext cx="81381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'Salom Dunyo' &gt; yangi_fayl.txt      # Fayl yaratish (yozib ustiga chiqadi)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'Qo'shimcha' &gt;&gt; mavjud_fayl.txt      # Faylga qo'shib yozish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/nonexistent 2&gt; xato.txt               # Xatolarni faylga yo'naltirish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&lt; kirish.txt                          # Fayldan o'qish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3434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Kombinatsiya:  ls -la | grep '.log' &gt; log_fayllar.txt    |    ps aux | grep -i python | wc -l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B950"/>
                </a:solidFill>
              </a:rPr>
              <a:t>MATN MUHARRIR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nano va vim — Matn muharrirlash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NANO — Oson muharrir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74904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28800"/>
            <a:ext cx="374904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4708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474720" cy="91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 fayl.txt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3749040" cy="384048"/>
          </a:xfrm>
          <a:prstGeom prst="rect">
            <a:avLst/>
          </a:prstGeom>
          <a:solidFill>
            <a:srgbClr val="1C2128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77440"/>
            <a:ext cx="1097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2377440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Saqlash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37490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34640"/>
            <a:ext cx="1097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3080" y="2834640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Chiqish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291840"/>
            <a:ext cx="3749040" cy="384048"/>
          </a:xfrm>
          <a:prstGeom prst="rect">
            <a:avLst/>
          </a:prstGeom>
          <a:solidFill>
            <a:srgbClr val="1C2128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91840"/>
            <a:ext cx="1097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83080" y="3291840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Qidirish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37490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49040"/>
            <a:ext cx="1097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3749040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Satrni kesib olish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206240"/>
            <a:ext cx="3749040" cy="384048"/>
          </a:xfrm>
          <a:prstGeom prst="rect">
            <a:avLst/>
          </a:prstGeom>
          <a:solidFill>
            <a:srgbClr val="1C2128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206240"/>
            <a:ext cx="1097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83080" y="4206240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Joylashtirish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32588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4173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VIM — Kuchli muharrir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1828800"/>
            <a:ext cx="374904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1828800"/>
            <a:ext cx="374904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84708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2103120"/>
            <a:ext cx="3474720" cy="91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 fayl.txt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377440"/>
            <a:ext cx="3749040" cy="384048"/>
          </a:xfrm>
          <a:prstGeom prst="rect">
            <a:avLst/>
          </a:prstGeom>
          <a:solidFill>
            <a:srgbClr val="1C2128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377440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97880" y="2377440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Kiritish rejimi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2834640"/>
            <a:ext cx="37490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834640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97880" y="2834640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Buyruq rejimine qaytish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291840"/>
            <a:ext cx="3749040" cy="384048"/>
          </a:xfrm>
          <a:prstGeom prst="rect">
            <a:avLst/>
          </a:prstGeom>
          <a:solidFill>
            <a:srgbClr val="1C2128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291840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:w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97880" y="3291840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Saqlash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749040"/>
            <a:ext cx="37490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749040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:q!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897880" y="3749040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Saqlamasdan chiqish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4206240"/>
            <a:ext cx="3749040" cy="384048"/>
          </a:xfrm>
          <a:prstGeom prst="rect">
            <a:avLst/>
          </a:prstGeom>
          <a:solidFill>
            <a:srgbClr val="1C2128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206240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:wq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897880" y="4206240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Saqlash va chiqish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TARMOQ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Tarmoq buyruqlari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5720" cy="10972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ifconfig / ip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Tarmoq interfeyslari va IP manzillarni ko'rish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addr show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link show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45720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1732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73736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Host bilan aloqani tekshirish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99339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google.com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-c 4 192.168.1.1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06040"/>
            <a:ext cx="45720" cy="10972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5176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netstat / 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97180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Tarmoq ulanishlari va portlarni ko'rish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22783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-tuln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netstat -an | grep LISTEN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606040"/>
            <a:ext cx="45720" cy="109728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5176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/ wget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97180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Internet orqali fayllarni yuklab olish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22783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https://example.com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-O fayl.zip URL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840480"/>
            <a:ext cx="45720" cy="10972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862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20624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Port skanerlash (kiberxavfsizlik uchun)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46227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192.168.1.1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-p 80,443 target.com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84048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840480"/>
            <a:ext cx="45720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862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420624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Masofadan ulanish (Secure Shell)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4462272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user@192.168.1.1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-p 2222 user@host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B950"/>
                </a:solidFill>
              </a:rPr>
              <a:t>ENV VARIABLES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</a:rPr>
              <a:t>Muhit o'zgaruvchilari (Environment Variables)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02920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475488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Barcha o'zgaruvchilarni ko'rish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printenv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Bitta o'zgaruvchini ko'rish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$HOME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$PATH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$USER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Vaqtinchalik o'zgaruvchi o'rnatish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MY_VAR='mening_qiymatim'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$MY_VAR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PATH ga yangi yo'l qo'shish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PATH=$PATH:/yangi/yo'l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325880"/>
            <a:ext cx="32004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1325880"/>
            <a:ext cx="45720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325880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32588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Uy katalogi (/home/user)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1901952"/>
            <a:ext cx="32004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1901952"/>
            <a:ext cx="45720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901952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$PATH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1901952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Buyruqlar axtariladigan yo'llar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478024"/>
            <a:ext cx="32004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2478024"/>
            <a:ext cx="45720" cy="5029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478024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478024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Joriy foydalanuvchi nomi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3054096"/>
            <a:ext cx="32004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3054096"/>
            <a:ext cx="45720" cy="5029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3054096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$SHELL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054096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Joriy shell (/bin/bash)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3630168"/>
            <a:ext cx="32004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3630168"/>
            <a:ext cx="45720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3630168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$PWD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3630168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Joriy papka yo'li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4206240"/>
            <a:ext cx="32004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4206240"/>
            <a:ext cx="45720" cy="5029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4206240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420624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Til sozlamasi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EXECUTABLE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PATH va bajariladigan fayllar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</a:rPr>
              <a:t>Buyruq yozganda Linux qayerda qidiradi?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5303520" cy="3136392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64208"/>
            <a:ext cx="530352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82496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5029200" cy="27706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$PATH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/usr/local/sbin:/usr/local/bin:/usr/sbin:/usr/bin:/sbin:/bin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Buyruq qayerda joylashganini topish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python3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whereis nginx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ls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O'z skriptingizni bajariladigan qilish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mening_skriptim.sh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./mening_skriptim.sh         # Joriy papkadan ishga tushirish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Skriptni global qilish (PATH ga qo'shish)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mening_skriptim.sh /usr/local/bin/mening_buyruq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mening_buyruq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325880"/>
            <a:ext cx="29260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41732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Qanday ishlaydi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1828800"/>
            <a:ext cx="26517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1. 'nginx' yozasiz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2304288"/>
            <a:ext cx="26517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2. Shell $PATH ni o'qiydi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2779776"/>
            <a:ext cx="26517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3. Har bir papkani tekshiradi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3255264"/>
            <a:ext cx="26517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4. /usr/sbin/nginx topiladi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3730752"/>
            <a:ext cx="26517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5. Dastur ishga tushadi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4206240"/>
            <a:ext cx="26517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5149"/>
                </a:solidFill>
              </a:rPr>
              <a:t>6. Topilmasa: 'command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5149"/>
                </a:solidFill>
              </a:rPr>
              <a:t>    not found' xatosi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B950"/>
                </a:solidFill>
              </a:rPr>
              <a:t>BASH SCRIPT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Bash skriptiga kirish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029200" cy="22860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475488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 birinchi bash skriptim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O'zgaruvchi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ISM='Ali'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"Salom, $ISM!"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shart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 -f '/etc/passwd' ]; then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'/etc/passwd fayli mavjud'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'Fayl topilmadi'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Tsikl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FAYL in *.txt; do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"Topildi: $FAYL"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325880"/>
            <a:ext cx="32004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1325880"/>
            <a:ext cx="45720" cy="10972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</a:rPr>
              <a:t>#!/bin/bash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709928"/>
            <a:ext cx="29718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Shebang liniyasi — qaysi interpreter ishlatilishini bildiradi. Har bir skript shu bilan boshlanishi kerak.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2532888"/>
            <a:ext cx="32004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2532888"/>
            <a:ext cx="45720" cy="10972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624328"/>
            <a:ext cx="2971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Izoh qolish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916936"/>
            <a:ext cx="29718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# belgisi bilan izoh yoziladi. Muhim qadamlarni hujjatlash odat bo'lishi kerak.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3739896"/>
            <a:ext cx="32004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3739896"/>
            <a:ext cx="45720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3831336"/>
            <a:ext cx="2971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</a:rPr>
              <a:t>Exit kodlari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4123944"/>
            <a:ext cx="29718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echo $? — oxirgi buyruq muvaffaqiyatli bo'ldimi?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</a:rPr>
              <a:t>0 = muvaffaqiyat, 1+ = xato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B950"/>
                </a:solidFill>
              </a:rPr>
              <a:t>AMALIYOT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</a:rPr>
              <a:t>Amaliy mashqlar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5720" cy="1600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411480" cy="30175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411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33832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Fayl tizimi sayohati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01368"/>
            <a:ext cx="38862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</a:rPr>
              <a:t>/ papkasidan boshlab /etc, /home, /var/log papkalariga o'ting va ls -la bilan ko'ring. /etc/hostname va /etc/hosts fayllarini cat bilan o'qing.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25880"/>
            <a:ext cx="45720" cy="1600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417320"/>
            <a:ext cx="411480" cy="30175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17320"/>
            <a:ext cx="411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1417320"/>
            <a:ext cx="33832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Fayl yaratish va boshqarish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801368"/>
            <a:ext cx="38862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</a:rPr>
              <a:t>~/test_papka yarating. Ichida 3 ta .txt fayl yarating. Birini nusxalab, ikkinchisini ko'chiring. Uchinchisini o'chiring.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63240"/>
            <a:ext cx="45720" cy="1600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154680"/>
            <a:ext cx="411480" cy="301752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54680"/>
            <a:ext cx="411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883E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154680"/>
            <a:ext cx="33832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Ruxsatlar o'rnatish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38728"/>
            <a:ext cx="38862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</a:rPr>
              <a:t>Yangi fayl yarating va unga 644 ruxsat bering. Undan ijro ruxsatini oling va 755 ga o'zgartiring. ls -la bilan tekshiring.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06324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063240"/>
            <a:ext cx="45720" cy="16002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154680"/>
            <a:ext cx="411480" cy="301752"/>
          </a:xfrm>
          <a:prstGeom prst="rect">
            <a:avLst/>
          </a:prstGeom>
          <a:solidFill>
            <a:srgbClr val="BC8CFF">
              <a:alpha val="2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154680"/>
            <a:ext cx="411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C8CFF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3154680"/>
            <a:ext cx="33832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Pipe va grep amaliyoti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538728"/>
            <a:ext cx="38862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</a:rPr>
              <a:t>/etc/passwd faylida o'z foydalanuvchi nomingizni grep bilan toping. ps aux | grep bash ni ishga tushiring. Natijani fayl.txt ga saqlang.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883E"/>
                </a:solidFill>
              </a:rPr>
              <a:t>MASLAHATLAR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</a:rPr>
              <a:t>Foydali maslahatlar va hiyla-nayranglar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5720" cy="777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81328"/>
            <a:ext cx="914400" cy="566928"/>
          </a:xfrm>
          <a:prstGeom prst="rect">
            <a:avLst/>
          </a:prstGeom>
          <a:solidFill>
            <a:srgbClr val="3FB950">
              <a:alpha val="1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914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1371600"/>
            <a:ext cx="2788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Avtomatik to'ldirish — yo'l yoki buyruq nomini to'ldiradi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67712"/>
            <a:ext cx="45720" cy="7772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77440"/>
            <a:ext cx="914400" cy="566928"/>
          </a:xfrm>
          <a:prstGeom prst="rect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77440"/>
            <a:ext cx="914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2267712"/>
            <a:ext cx="2788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Oldingi buyruqlar tarixini ko'rish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63824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63824"/>
            <a:ext cx="45720" cy="7772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73552"/>
            <a:ext cx="914400" cy="566928"/>
          </a:xfrm>
          <a:prstGeom prst="rect">
            <a:avLst/>
          </a:prstGeom>
          <a:solidFill>
            <a:srgbClr val="F85149">
              <a:alpha val="15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73552"/>
            <a:ext cx="914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3163824"/>
            <a:ext cx="2788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Joriy buyruqni to'xtatish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59936"/>
            <a:ext cx="45720" cy="7772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69664"/>
            <a:ext cx="914400" cy="566928"/>
          </a:xfrm>
          <a:prstGeom prst="rect">
            <a:avLst/>
          </a:prstGeom>
          <a:solidFill>
            <a:srgbClr val="F0883E">
              <a:alpha val="15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69664"/>
            <a:ext cx="914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4059936"/>
            <a:ext cx="2788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Terminal ekranini tozalash (clear bilan ham bo'ladi)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37160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371600"/>
            <a:ext cx="45720" cy="7772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1481328"/>
            <a:ext cx="914400" cy="566928"/>
          </a:xfrm>
          <a:prstGeom prst="rect">
            <a:avLst/>
          </a:prstGeom>
          <a:solidFill>
            <a:srgbClr val="BC8CFF">
              <a:alpha val="15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481328"/>
            <a:ext cx="914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52160" y="1371600"/>
            <a:ext cx="2788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Buyruqlar tarixi ichida qidirish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267712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267712"/>
            <a:ext cx="45720" cy="777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377440"/>
            <a:ext cx="914400" cy="566928"/>
          </a:xfrm>
          <a:prstGeom prst="rect">
            <a:avLst/>
          </a:prstGeom>
          <a:solidFill>
            <a:srgbClr val="3FB950">
              <a:alpha val="1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377440"/>
            <a:ext cx="914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52160" y="2267712"/>
            <a:ext cx="2788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Oxirgi buyruqlar ro'yxatini ko'rish (!! = oxirgi buyruq)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163824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163824"/>
            <a:ext cx="45720" cy="7772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273552"/>
            <a:ext cx="914400" cy="566928"/>
          </a:xfrm>
          <a:prstGeom prst="rect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273552"/>
            <a:ext cx="914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852160" y="3163824"/>
            <a:ext cx="2788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Buyruq haqida to'liq qo'llanma: man ls, man chmod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4059936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4059936"/>
            <a:ext cx="45720" cy="7772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4169664"/>
            <a:ext cx="914400" cy="566928"/>
          </a:xfrm>
          <a:prstGeom prst="rect">
            <a:avLst/>
          </a:prstGeom>
          <a:solidFill>
            <a:srgbClr val="8B949E">
              <a:alpha val="15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169664"/>
            <a:ext cx="914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--help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852160" y="4059936"/>
            <a:ext cx="2788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Qisqa yordam: ls --help, chmod --help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3"/>
                </a:solidFill>
              </a:rPr>
              <a:t>Xulosa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</a:rPr>
              <a:t>Bugun o'rgandik: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39776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0"/>
            <a:ext cx="45720" cy="8229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87452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Fayl tizimi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212848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katalog strukturasi va yo'llar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16352"/>
            <a:ext cx="39776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16352"/>
            <a:ext cx="45720" cy="8229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862072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Fayllar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mkdir, cp, mv, rm, cat, grep, find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03904"/>
            <a:ext cx="39776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03904"/>
            <a:ext cx="45720" cy="82296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49624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Ruxsatlar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187952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chmod, chown va oktal tizim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828800"/>
            <a:ext cx="39776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828800"/>
            <a:ext cx="45720" cy="8229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87452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</a:rPr>
              <a:t>Jarayonlar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2212848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ps, kill, pipe, redirect buyruqlari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816352"/>
            <a:ext cx="39776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816352"/>
            <a:ext cx="45720" cy="8229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862072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Muharrir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320040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 va vim asoslari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803904"/>
            <a:ext cx="39776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803904"/>
            <a:ext cx="45720" cy="8229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849624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Tarmoq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46320" y="4187952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ip, ping, ss, ssh buyruqlari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Keyingi darsda: Advanced bash scripting, cron jobs va log tahlili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9339</Words>
  <Application>WPS Presentation</Application>
  <PresentationFormat>On-screen Show (16:9)</PresentationFormat>
  <Paragraphs>761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SimSun</vt:lpstr>
      <vt:lpstr>Wingdings</vt:lpstr>
      <vt:lpstr>DejaVu Sans</vt:lpstr>
      <vt:lpstr>Calibri</vt:lpstr>
      <vt:lpstr>Calibri</vt:lpstr>
      <vt:lpstr>Calibri</vt:lpstr>
      <vt:lpstr>Consolas</vt:lpstr>
      <vt:lpstr>Quicksand Light</vt:lpstr>
      <vt:lpstr>Consolas</vt:lpstr>
      <vt:lpstr>Consolas</vt:lpstr>
      <vt:lpstr>Microsoft YaHei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Asoslari - Kiberxavfsizlik</dc:title>
  <dc:creator>PptxGenJS</dc:creator>
  <dc:subject>PptxGenJS Presentation</dc:subject>
  <cp:lastModifiedBy>lobo</cp:lastModifiedBy>
  <cp:revision>2</cp:revision>
  <dcterms:created xsi:type="dcterms:W3CDTF">2026-04-10T04:00:56Z</dcterms:created>
  <dcterms:modified xsi:type="dcterms:W3CDTF">2026-04-10T04:00:56Z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